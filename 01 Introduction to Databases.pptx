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80" r:id="rId3"/>
    <p:sldId id="257" r:id="rId4"/>
    <p:sldId id="289" r:id="rId5"/>
    <p:sldId id="290" r:id="rId6"/>
    <p:sldId id="291" r:id="rId7"/>
    <p:sldId id="292" r:id="rId8"/>
    <p:sldId id="299" r:id="rId9"/>
    <p:sldId id="300" r:id="rId10"/>
    <p:sldId id="296" r:id="rId11"/>
    <p:sldId id="297" r:id="rId12"/>
    <p:sldId id="293" r:id="rId13"/>
    <p:sldId id="294" r:id="rId14"/>
    <p:sldId id="295" r:id="rId15"/>
    <p:sldId id="298" r:id="rId16"/>
    <p:sldId id="258" r:id="rId17"/>
    <p:sldId id="281" r:id="rId18"/>
    <p:sldId id="282" r:id="rId19"/>
    <p:sldId id="261" r:id="rId20"/>
    <p:sldId id="286" r:id="rId21"/>
    <p:sldId id="287" r:id="rId22"/>
    <p:sldId id="288" r:id="rId23"/>
    <p:sldId id="263" r:id="rId24"/>
    <p:sldId id="301" r:id="rId25"/>
    <p:sldId id="302" r:id="rId26"/>
    <p:sldId id="303" r:id="rId27"/>
    <p:sldId id="304" r:id="rId28"/>
    <p:sldId id="305" r:id="rId29"/>
    <p:sldId id="306" r:id="rId30"/>
    <p:sldId id="307" r:id="rId31"/>
    <p:sldId id="260" r:id="rId32"/>
    <p:sldId id="264" r:id="rId33"/>
    <p:sldId id="265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9" autoAdjust="0"/>
    <p:restoredTop sz="93774" autoAdjust="0"/>
  </p:normalViewPr>
  <p:slideViewPr>
    <p:cSldViewPr snapToGrid="0" snapToObjects="1">
      <p:cViewPr varScale="1">
        <p:scale>
          <a:sx n="61" d="100"/>
          <a:sy n="61" d="100"/>
        </p:scale>
        <p:origin x="101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32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4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32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4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5B1B0E-FCBE-4DE9-A715-01C3806F4773}" type="doc">
      <dgm:prSet loTypeId="urn:microsoft.com/office/officeart/2018/2/layout/IconVerticalSolidList" loCatId="icon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5CD2879B-2883-424D-998A-3E12773E3F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Course Title: Database Systems (CS-207)</a:t>
          </a:r>
        </a:p>
      </dgm:t>
    </dgm:pt>
    <dgm:pt modelId="{2CF69EB7-6444-48F9-BFF8-08C7339CC3A3}" type="parTrans" cxnId="{0A3D6737-17D9-45BF-9723-1B55BD4F1931}">
      <dgm:prSet/>
      <dgm:spPr/>
      <dgm:t>
        <a:bodyPr/>
        <a:lstStyle/>
        <a:p>
          <a:endParaRPr lang="en-US"/>
        </a:p>
      </dgm:t>
    </dgm:pt>
    <dgm:pt modelId="{8DFC80A5-BDFB-4FC3-BE8B-571DB948CE09}" type="sibTrans" cxnId="{0A3D6737-17D9-45BF-9723-1B55BD4F1931}">
      <dgm:prSet/>
      <dgm:spPr/>
      <dgm:t>
        <a:bodyPr/>
        <a:lstStyle/>
        <a:p>
          <a:endParaRPr lang="en-US"/>
        </a:p>
      </dgm:t>
    </dgm:pt>
    <dgm:pt modelId="{CC2300CE-7C56-40A0-A152-E49DD8CBEB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Instructor: Engr. Muhammad Younis</a:t>
          </a:r>
        </a:p>
      </dgm:t>
    </dgm:pt>
    <dgm:pt modelId="{B9161153-F0A3-43E9-9C58-B903F1C60989}" type="parTrans" cxnId="{4CF02F00-874F-4AA8-85EE-804F2CCB44C0}">
      <dgm:prSet/>
      <dgm:spPr/>
      <dgm:t>
        <a:bodyPr/>
        <a:lstStyle/>
        <a:p>
          <a:endParaRPr lang="en-US"/>
        </a:p>
      </dgm:t>
    </dgm:pt>
    <dgm:pt modelId="{69FF25E5-039B-410B-B1F6-FF15B47F75A4}" type="sibTrans" cxnId="{4CF02F00-874F-4AA8-85EE-804F2CCB44C0}">
      <dgm:prSet/>
      <dgm:spPr/>
      <dgm:t>
        <a:bodyPr/>
        <a:lstStyle/>
        <a:p>
          <a:endParaRPr lang="en-US"/>
        </a:p>
      </dgm:t>
    </dgm:pt>
    <dgm:pt modelId="{C7A5AC58-E58B-4EC2-B638-F4372A2A6F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Credit Hours: 3+1</a:t>
          </a:r>
        </a:p>
      </dgm:t>
    </dgm:pt>
    <dgm:pt modelId="{C8EEB2F3-B7AB-49DD-A3C0-701D512C0597}" type="parTrans" cxnId="{11FDB9CE-7199-4F95-9F13-894CCC44C15D}">
      <dgm:prSet/>
      <dgm:spPr/>
      <dgm:t>
        <a:bodyPr/>
        <a:lstStyle/>
        <a:p>
          <a:endParaRPr lang="en-US"/>
        </a:p>
      </dgm:t>
    </dgm:pt>
    <dgm:pt modelId="{6E5866B5-CEE6-4C2E-B2B9-C439DED5132A}" type="sibTrans" cxnId="{11FDB9CE-7199-4F95-9F13-894CCC44C15D}">
      <dgm:prSet/>
      <dgm:spPr/>
      <dgm:t>
        <a:bodyPr/>
        <a:lstStyle/>
        <a:p>
          <a:endParaRPr lang="en-US"/>
        </a:p>
      </dgm:t>
    </dgm:pt>
    <dgm:pt modelId="{9E5436E4-18E0-4210-B783-D303B25D09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Email: myounis.faculty@aror.edu.pk</a:t>
          </a:r>
        </a:p>
      </dgm:t>
    </dgm:pt>
    <dgm:pt modelId="{3C54AB8E-69AB-4236-8821-3D2B6F5949E6}" type="parTrans" cxnId="{D2EE2A99-1805-46D5-96D3-D5922302EF64}">
      <dgm:prSet/>
      <dgm:spPr/>
      <dgm:t>
        <a:bodyPr/>
        <a:lstStyle/>
        <a:p>
          <a:endParaRPr lang="en-US"/>
        </a:p>
      </dgm:t>
    </dgm:pt>
    <dgm:pt modelId="{07CA5C01-A898-471D-8009-7D2C63B29338}" type="sibTrans" cxnId="{D2EE2A99-1805-46D5-96D3-D5922302EF64}">
      <dgm:prSet/>
      <dgm:spPr/>
      <dgm:t>
        <a:bodyPr/>
        <a:lstStyle/>
        <a:p>
          <a:endParaRPr lang="en-US"/>
        </a:p>
      </dgm:t>
    </dgm:pt>
    <dgm:pt modelId="{27BF5240-486E-4D58-9C25-E34FF19EDE8B}" type="pres">
      <dgm:prSet presAssocID="{825B1B0E-FCBE-4DE9-A715-01C3806F4773}" presName="root" presStyleCnt="0">
        <dgm:presLayoutVars>
          <dgm:dir/>
          <dgm:resizeHandles val="exact"/>
        </dgm:presLayoutVars>
      </dgm:prSet>
      <dgm:spPr/>
    </dgm:pt>
    <dgm:pt modelId="{0CAA2FE5-D947-4C17-85F0-49E8727217DC}" type="pres">
      <dgm:prSet presAssocID="{5CD2879B-2883-424D-998A-3E12773E3FB1}" presName="compNode" presStyleCnt="0"/>
      <dgm:spPr/>
    </dgm:pt>
    <dgm:pt modelId="{6899CF20-988D-4E8A-888E-51C09D878B35}" type="pres">
      <dgm:prSet presAssocID="{5CD2879B-2883-424D-998A-3E12773E3FB1}" presName="bgRect" presStyleLbl="bgShp" presStyleIdx="0" presStyleCnt="4"/>
      <dgm:spPr/>
    </dgm:pt>
    <dgm:pt modelId="{DAEBA73E-B937-46BA-8245-7855BB570691}" type="pres">
      <dgm:prSet presAssocID="{5CD2879B-2883-424D-998A-3E12773E3FB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1A9869E0-C624-484B-8789-C48A9E31527A}" type="pres">
      <dgm:prSet presAssocID="{5CD2879B-2883-424D-998A-3E12773E3FB1}" presName="spaceRect" presStyleCnt="0"/>
      <dgm:spPr/>
    </dgm:pt>
    <dgm:pt modelId="{0663061A-B021-466A-95ED-A6DD9BAAC845}" type="pres">
      <dgm:prSet presAssocID="{5CD2879B-2883-424D-998A-3E12773E3FB1}" presName="parTx" presStyleLbl="revTx" presStyleIdx="0" presStyleCnt="4">
        <dgm:presLayoutVars>
          <dgm:chMax val="0"/>
          <dgm:chPref val="0"/>
        </dgm:presLayoutVars>
      </dgm:prSet>
      <dgm:spPr/>
    </dgm:pt>
    <dgm:pt modelId="{563DE3EC-7312-44AD-B180-1E49DE584F24}" type="pres">
      <dgm:prSet presAssocID="{8DFC80A5-BDFB-4FC3-BE8B-571DB948CE09}" presName="sibTrans" presStyleCnt="0"/>
      <dgm:spPr/>
    </dgm:pt>
    <dgm:pt modelId="{691AB6E1-EBE1-4502-BD00-36E9594A14E6}" type="pres">
      <dgm:prSet presAssocID="{CC2300CE-7C56-40A0-A152-E49DD8CBEBEF}" presName="compNode" presStyleCnt="0"/>
      <dgm:spPr/>
    </dgm:pt>
    <dgm:pt modelId="{758D61D8-F038-4AC5-82F4-63A51AF84682}" type="pres">
      <dgm:prSet presAssocID="{CC2300CE-7C56-40A0-A152-E49DD8CBEBEF}" presName="bgRect" presStyleLbl="bgShp" presStyleIdx="1" presStyleCnt="4"/>
      <dgm:spPr/>
    </dgm:pt>
    <dgm:pt modelId="{210A5375-37CE-411F-BBF9-FC330E7063EE}" type="pres">
      <dgm:prSet presAssocID="{CC2300CE-7C56-40A0-A152-E49DD8CBEBE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BB04CCF9-C20C-4440-A08E-F527C2E386E5}" type="pres">
      <dgm:prSet presAssocID="{CC2300CE-7C56-40A0-A152-E49DD8CBEBEF}" presName="spaceRect" presStyleCnt="0"/>
      <dgm:spPr/>
    </dgm:pt>
    <dgm:pt modelId="{4F083B18-E221-4A7E-A75D-404DB89A3F9B}" type="pres">
      <dgm:prSet presAssocID="{CC2300CE-7C56-40A0-A152-E49DD8CBEBEF}" presName="parTx" presStyleLbl="revTx" presStyleIdx="1" presStyleCnt="4">
        <dgm:presLayoutVars>
          <dgm:chMax val="0"/>
          <dgm:chPref val="0"/>
        </dgm:presLayoutVars>
      </dgm:prSet>
      <dgm:spPr/>
    </dgm:pt>
    <dgm:pt modelId="{6E721A7B-77E2-4E86-AE8D-72539476246F}" type="pres">
      <dgm:prSet presAssocID="{69FF25E5-039B-410B-B1F6-FF15B47F75A4}" presName="sibTrans" presStyleCnt="0"/>
      <dgm:spPr/>
    </dgm:pt>
    <dgm:pt modelId="{D9929761-148C-43B7-A874-7D4E58F396C1}" type="pres">
      <dgm:prSet presAssocID="{C7A5AC58-E58B-4EC2-B638-F4372A2A6FBB}" presName="compNode" presStyleCnt="0"/>
      <dgm:spPr/>
    </dgm:pt>
    <dgm:pt modelId="{1FBD3F98-BDD8-469A-83E6-9EE1667291F1}" type="pres">
      <dgm:prSet presAssocID="{C7A5AC58-E58B-4EC2-B638-F4372A2A6FBB}" presName="bgRect" presStyleLbl="bgShp" presStyleIdx="2" presStyleCnt="4"/>
      <dgm:spPr/>
    </dgm:pt>
    <dgm:pt modelId="{CA169901-911F-47ED-9BAB-53E556796B7F}" type="pres">
      <dgm:prSet presAssocID="{C7A5AC58-E58B-4EC2-B638-F4372A2A6FB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1066D6C4-84E6-4FE0-B667-3A9B9B84AC75}" type="pres">
      <dgm:prSet presAssocID="{C7A5AC58-E58B-4EC2-B638-F4372A2A6FBB}" presName="spaceRect" presStyleCnt="0"/>
      <dgm:spPr/>
    </dgm:pt>
    <dgm:pt modelId="{A078B6AA-4BAC-422A-BB69-C700762F14A8}" type="pres">
      <dgm:prSet presAssocID="{C7A5AC58-E58B-4EC2-B638-F4372A2A6FBB}" presName="parTx" presStyleLbl="revTx" presStyleIdx="2" presStyleCnt="4">
        <dgm:presLayoutVars>
          <dgm:chMax val="0"/>
          <dgm:chPref val="0"/>
        </dgm:presLayoutVars>
      </dgm:prSet>
      <dgm:spPr/>
    </dgm:pt>
    <dgm:pt modelId="{3D96C0D9-3D9A-48FE-8E34-4C36434AB1F4}" type="pres">
      <dgm:prSet presAssocID="{6E5866B5-CEE6-4C2E-B2B9-C439DED5132A}" presName="sibTrans" presStyleCnt="0"/>
      <dgm:spPr/>
    </dgm:pt>
    <dgm:pt modelId="{DAB3AC62-583D-4494-96AA-C04B30029677}" type="pres">
      <dgm:prSet presAssocID="{9E5436E4-18E0-4210-B783-D303B25D09C9}" presName="compNode" presStyleCnt="0"/>
      <dgm:spPr/>
    </dgm:pt>
    <dgm:pt modelId="{AFA4280E-8D07-4EC3-B1C6-1BF4D8668292}" type="pres">
      <dgm:prSet presAssocID="{9E5436E4-18E0-4210-B783-D303B25D09C9}" presName="bgRect" presStyleLbl="bgShp" presStyleIdx="3" presStyleCnt="4"/>
      <dgm:spPr/>
    </dgm:pt>
    <dgm:pt modelId="{F9BD9033-48E1-4BB8-AC8E-087934719050}" type="pres">
      <dgm:prSet presAssocID="{9E5436E4-18E0-4210-B783-D303B25D09C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nd"/>
        </a:ext>
      </dgm:extLst>
    </dgm:pt>
    <dgm:pt modelId="{CBF3E2BB-194B-4DD6-84A7-AA9DDD276617}" type="pres">
      <dgm:prSet presAssocID="{9E5436E4-18E0-4210-B783-D303B25D09C9}" presName="spaceRect" presStyleCnt="0"/>
      <dgm:spPr/>
    </dgm:pt>
    <dgm:pt modelId="{2C9C5B99-8A7C-4813-9F6F-C35E3F2B6A20}" type="pres">
      <dgm:prSet presAssocID="{9E5436E4-18E0-4210-B783-D303B25D09C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CF02F00-874F-4AA8-85EE-804F2CCB44C0}" srcId="{825B1B0E-FCBE-4DE9-A715-01C3806F4773}" destId="{CC2300CE-7C56-40A0-A152-E49DD8CBEBEF}" srcOrd="1" destOrd="0" parTransId="{B9161153-F0A3-43E9-9C58-B903F1C60989}" sibTransId="{69FF25E5-039B-410B-B1F6-FF15B47F75A4}"/>
    <dgm:cxn modelId="{E347FA35-4DDC-4D8B-99D5-27C6D24D0AC1}" type="presOf" srcId="{9E5436E4-18E0-4210-B783-D303B25D09C9}" destId="{2C9C5B99-8A7C-4813-9F6F-C35E3F2B6A20}" srcOrd="0" destOrd="0" presId="urn:microsoft.com/office/officeart/2018/2/layout/IconVerticalSolidList"/>
    <dgm:cxn modelId="{0A3D6737-17D9-45BF-9723-1B55BD4F1931}" srcId="{825B1B0E-FCBE-4DE9-A715-01C3806F4773}" destId="{5CD2879B-2883-424D-998A-3E12773E3FB1}" srcOrd="0" destOrd="0" parTransId="{2CF69EB7-6444-48F9-BFF8-08C7339CC3A3}" sibTransId="{8DFC80A5-BDFB-4FC3-BE8B-571DB948CE09}"/>
    <dgm:cxn modelId="{C3514C96-92B7-4FAC-8245-A9CF3A3C195B}" type="presOf" srcId="{825B1B0E-FCBE-4DE9-A715-01C3806F4773}" destId="{27BF5240-486E-4D58-9C25-E34FF19EDE8B}" srcOrd="0" destOrd="0" presId="urn:microsoft.com/office/officeart/2018/2/layout/IconVerticalSolidList"/>
    <dgm:cxn modelId="{D2EE2A99-1805-46D5-96D3-D5922302EF64}" srcId="{825B1B0E-FCBE-4DE9-A715-01C3806F4773}" destId="{9E5436E4-18E0-4210-B783-D303B25D09C9}" srcOrd="3" destOrd="0" parTransId="{3C54AB8E-69AB-4236-8821-3D2B6F5949E6}" sibTransId="{07CA5C01-A898-471D-8009-7D2C63B29338}"/>
    <dgm:cxn modelId="{3D1558B1-4D02-46F4-B856-A4C33ADD3369}" type="presOf" srcId="{C7A5AC58-E58B-4EC2-B638-F4372A2A6FBB}" destId="{A078B6AA-4BAC-422A-BB69-C700762F14A8}" srcOrd="0" destOrd="0" presId="urn:microsoft.com/office/officeart/2018/2/layout/IconVerticalSolidList"/>
    <dgm:cxn modelId="{11FDB9CE-7199-4F95-9F13-894CCC44C15D}" srcId="{825B1B0E-FCBE-4DE9-A715-01C3806F4773}" destId="{C7A5AC58-E58B-4EC2-B638-F4372A2A6FBB}" srcOrd="2" destOrd="0" parTransId="{C8EEB2F3-B7AB-49DD-A3C0-701D512C0597}" sibTransId="{6E5866B5-CEE6-4C2E-B2B9-C439DED5132A}"/>
    <dgm:cxn modelId="{CC24B4F2-2170-4300-BBD8-F173B8FFD722}" type="presOf" srcId="{5CD2879B-2883-424D-998A-3E12773E3FB1}" destId="{0663061A-B021-466A-95ED-A6DD9BAAC845}" srcOrd="0" destOrd="0" presId="urn:microsoft.com/office/officeart/2018/2/layout/IconVerticalSolidList"/>
    <dgm:cxn modelId="{CB6E0FFD-F6E8-4B92-B105-20E5478D19D2}" type="presOf" srcId="{CC2300CE-7C56-40A0-A152-E49DD8CBEBEF}" destId="{4F083B18-E221-4A7E-A75D-404DB89A3F9B}" srcOrd="0" destOrd="0" presId="urn:microsoft.com/office/officeart/2018/2/layout/IconVerticalSolidList"/>
    <dgm:cxn modelId="{D230C550-FBCD-49A2-A799-3CAE4C4531A0}" type="presParOf" srcId="{27BF5240-486E-4D58-9C25-E34FF19EDE8B}" destId="{0CAA2FE5-D947-4C17-85F0-49E8727217DC}" srcOrd="0" destOrd="0" presId="urn:microsoft.com/office/officeart/2018/2/layout/IconVerticalSolidList"/>
    <dgm:cxn modelId="{CAF4C8D3-DD2A-4A76-9BDC-759AA8793A90}" type="presParOf" srcId="{0CAA2FE5-D947-4C17-85F0-49E8727217DC}" destId="{6899CF20-988D-4E8A-888E-51C09D878B35}" srcOrd="0" destOrd="0" presId="urn:microsoft.com/office/officeart/2018/2/layout/IconVerticalSolidList"/>
    <dgm:cxn modelId="{B4FAC52F-DB8B-4CA9-93E8-4A23559A8980}" type="presParOf" srcId="{0CAA2FE5-D947-4C17-85F0-49E8727217DC}" destId="{DAEBA73E-B937-46BA-8245-7855BB570691}" srcOrd="1" destOrd="0" presId="urn:microsoft.com/office/officeart/2018/2/layout/IconVerticalSolidList"/>
    <dgm:cxn modelId="{AB967D4A-0D69-4ECF-BDE3-400EDD676A21}" type="presParOf" srcId="{0CAA2FE5-D947-4C17-85F0-49E8727217DC}" destId="{1A9869E0-C624-484B-8789-C48A9E31527A}" srcOrd="2" destOrd="0" presId="urn:microsoft.com/office/officeart/2018/2/layout/IconVerticalSolidList"/>
    <dgm:cxn modelId="{8CA60533-EE25-4CF0-8418-B6310B13D641}" type="presParOf" srcId="{0CAA2FE5-D947-4C17-85F0-49E8727217DC}" destId="{0663061A-B021-466A-95ED-A6DD9BAAC845}" srcOrd="3" destOrd="0" presId="urn:microsoft.com/office/officeart/2018/2/layout/IconVerticalSolidList"/>
    <dgm:cxn modelId="{5F433CF6-FDE9-4713-8AE3-9515F20B5F8C}" type="presParOf" srcId="{27BF5240-486E-4D58-9C25-E34FF19EDE8B}" destId="{563DE3EC-7312-44AD-B180-1E49DE584F24}" srcOrd="1" destOrd="0" presId="urn:microsoft.com/office/officeart/2018/2/layout/IconVerticalSolidList"/>
    <dgm:cxn modelId="{AC0B5FC3-C930-4BEA-B40D-15EAA279AA3F}" type="presParOf" srcId="{27BF5240-486E-4D58-9C25-E34FF19EDE8B}" destId="{691AB6E1-EBE1-4502-BD00-36E9594A14E6}" srcOrd="2" destOrd="0" presId="urn:microsoft.com/office/officeart/2018/2/layout/IconVerticalSolidList"/>
    <dgm:cxn modelId="{277CBFA0-5382-494E-979C-DD15EDD9922B}" type="presParOf" srcId="{691AB6E1-EBE1-4502-BD00-36E9594A14E6}" destId="{758D61D8-F038-4AC5-82F4-63A51AF84682}" srcOrd="0" destOrd="0" presId="urn:microsoft.com/office/officeart/2018/2/layout/IconVerticalSolidList"/>
    <dgm:cxn modelId="{C1CB58D1-C195-4418-8A59-3905AD4A6FA6}" type="presParOf" srcId="{691AB6E1-EBE1-4502-BD00-36E9594A14E6}" destId="{210A5375-37CE-411F-BBF9-FC330E7063EE}" srcOrd="1" destOrd="0" presId="urn:microsoft.com/office/officeart/2018/2/layout/IconVerticalSolidList"/>
    <dgm:cxn modelId="{77521FC0-AB19-4EC7-AE86-DD110340435D}" type="presParOf" srcId="{691AB6E1-EBE1-4502-BD00-36E9594A14E6}" destId="{BB04CCF9-C20C-4440-A08E-F527C2E386E5}" srcOrd="2" destOrd="0" presId="urn:microsoft.com/office/officeart/2018/2/layout/IconVerticalSolidList"/>
    <dgm:cxn modelId="{7BB9914D-1BB7-4458-920D-C25829DC6E25}" type="presParOf" srcId="{691AB6E1-EBE1-4502-BD00-36E9594A14E6}" destId="{4F083B18-E221-4A7E-A75D-404DB89A3F9B}" srcOrd="3" destOrd="0" presId="urn:microsoft.com/office/officeart/2018/2/layout/IconVerticalSolidList"/>
    <dgm:cxn modelId="{BAD47739-398B-4F85-9F26-F42EFF29A56B}" type="presParOf" srcId="{27BF5240-486E-4D58-9C25-E34FF19EDE8B}" destId="{6E721A7B-77E2-4E86-AE8D-72539476246F}" srcOrd="3" destOrd="0" presId="urn:microsoft.com/office/officeart/2018/2/layout/IconVerticalSolidList"/>
    <dgm:cxn modelId="{B155927E-AF47-4FE3-8B7F-A9309A0248F1}" type="presParOf" srcId="{27BF5240-486E-4D58-9C25-E34FF19EDE8B}" destId="{D9929761-148C-43B7-A874-7D4E58F396C1}" srcOrd="4" destOrd="0" presId="urn:microsoft.com/office/officeart/2018/2/layout/IconVerticalSolidList"/>
    <dgm:cxn modelId="{150DDCF6-305C-427F-A67B-E3D6A815D901}" type="presParOf" srcId="{D9929761-148C-43B7-A874-7D4E58F396C1}" destId="{1FBD3F98-BDD8-469A-83E6-9EE1667291F1}" srcOrd="0" destOrd="0" presId="urn:microsoft.com/office/officeart/2018/2/layout/IconVerticalSolidList"/>
    <dgm:cxn modelId="{86D4B576-1007-4CD6-9682-97CB49447ECD}" type="presParOf" srcId="{D9929761-148C-43B7-A874-7D4E58F396C1}" destId="{CA169901-911F-47ED-9BAB-53E556796B7F}" srcOrd="1" destOrd="0" presId="urn:microsoft.com/office/officeart/2018/2/layout/IconVerticalSolidList"/>
    <dgm:cxn modelId="{510086B5-4B32-4333-BBA4-92B71CC985B5}" type="presParOf" srcId="{D9929761-148C-43B7-A874-7D4E58F396C1}" destId="{1066D6C4-84E6-4FE0-B667-3A9B9B84AC75}" srcOrd="2" destOrd="0" presId="urn:microsoft.com/office/officeart/2018/2/layout/IconVerticalSolidList"/>
    <dgm:cxn modelId="{526A4576-34C5-47DA-9B03-FBE001B6A85D}" type="presParOf" srcId="{D9929761-148C-43B7-A874-7D4E58F396C1}" destId="{A078B6AA-4BAC-422A-BB69-C700762F14A8}" srcOrd="3" destOrd="0" presId="urn:microsoft.com/office/officeart/2018/2/layout/IconVerticalSolidList"/>
    <dgm:cxn modelId="{59809DC4-DF71-4329-BC4A-59334BC75E03}" type="presParOf" srcId="{27BF5240-486E-4D58-9C25-E34FF19EDE8B}" destId="{3D96C0D9-3D9A-48FE-8E34-4C36434AB1F4}" srcOrd="5" destOrd="0" presId="urn:microsoft.com/office/officeart/2018/2/layout/IconVerticalSolidList"/>
    <dgm:cxn modelId="{B03403D2-BE2A-4735-B5B4-A20D802E0BA6}" type="presParOf" srcId="{27BF5240-486E-4D58-9C25-E34FF19EDE8B}" destId="{DAB3AC62-583D-4494-96AA-C04B30029677}" srcOrd="6" destOrd="0" presId="urn:microsoft.com/office/officeart/2018/2/layout/IconVerticalSolidList"/>
    <dgm:cxn modelId="{D85C92A3-EE2F-4B16-B404-A31F65636C80}" type="presParOf" srcId="{DAB3AC62-583D-4494-96AA-C04B30029677}" destId="{AFA4280E-8D07-4EC3-B1C6-1BF4D8668292}" srcOrd="0" destOrd="0" presId="urn:microsoft.com/office/officeart/2018/2/layout/IconVerticalSolidList"/>
    <dgm:cxn modelId="{95D6A216-1FCE-49F1-A104-8200366C8768}" type="presParOf" srcId="{DAB3AC62-583D-4494-96AA-C04B30029677}" destId="{F9BD9033-48E1-4BB8-AC8E-087934719050}" srcOrd="1" destOrd="0" presId="urn:microsoft.com/office/officeart/2018/2/layout/IconVerticalSolidList"/>
    <dgm:cxn modelId="{38D3020A-0778-4A8B-AE9E-9D2E88D3F4D2}" type="presParOf" srcId="{DAB3AC62-583D-4494-96AA-C04B30029677}" destId="{CBF3E2BB-194B-4DD6-84A7-AA9DDD276617}" srcOrd="2" destOrd="0" presId="urn:microsoft.com/office/officeart/2018/2/layout/IconVerticalSolidList"/>
    <dgm:cxn modelId="{001E867A-01BA-4F44-B82E-E960F7E9A316}" type="presParOf" srcId="{DAB3AC62-583D-4494-96AA-C04B30029677}" destId="{2C9C5B99-8A7C-4813-9F6F-C35E3F2B6A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6CBF8C-DFDB-4C9E-9723-ABA038328531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686C0D79-2280-4A54-9067-4DA2CD939C2C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Attendance must be at least 75%</a:t>
          </a:r>
        </a:p>
      </dgm:t>
    </dgm:pt>
    <dgm:pt modelId="{B1646614-A725-47B6-966A-DD52D6299629}" type="parTrans" cxnId="{AD691300-F74D-454B-A248-19DAFE85C2C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5637CA-7CAF-4ADB-ABCC-78B2989BD9BB}" type="sibTrans" cxnId="{AD691300-F74D-454B-A248-19DAFE85C2C3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16BF0BA-D3F1-4923-ACD6-585E49BF04D5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Discipline</a:t>
          </a:r>
        </a:p>
      </dgm:t>
    </dgm:pt>
    <dgm:pt modelId="{3977A737-861F-4CEC-8E19-5088C1251A0F}" type="parTrans" cxnId="{0D499141-F448-42EE-AB7A-4D3E4A377D6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68E76D-516F-4267-AC09-1E9099A79EED}" type="sibTrans" cxnId="{0D499141-F448-42EE-AB7A-4D3E4A377D6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5204D5-C07C-4620-A8A3-CD7078FBCDAF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Usage of mobile phone during class is </a:t>
          </a:r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strictly prohibited</a:t>
          </a:r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gm:t>
    </dgm:pt>
    <dgm:pt modelId="{373AE0FA-0936-4150-B3EA-9DDC01E63510}" type="parTrans" cxnId="{BF3BFCA2-8BAE-4689-B6A5-569C242E268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7152D10-90DB-4857-B4C5-F72846C4095D}" type="sibTrans" cxnId="{BF3BFCA2-8BAE-4689-B6A5-569C242E2688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5F0D5E-42D9-40E5-9891-95ED826968A0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There will be quizzes / assignments / presentation in every class</a:t>
          </a:r>
        </a:p>
      </dgm:t>
    </dgm:pt>
    <dgm:pt modelId="{03E87FBE-25DB-4901-BA9A-B289EF28E210}" type="parTrans" cxnId="{82F0F1E4-F57C-4570-AEBC-E557F6064FE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2A2C7AA-AC46-41E9-847C-A06583B0D288}" type="sibTrans" cxnId="{82F0F1E4-F57C-4570-AEBC-E557F6064FE1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D581A2-6BFA-4158-9372-C78750884F15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Course related material will be uploaded on LMS &amp; Classroom</a:t>
          </a:r>
        </a:p>
      </dgm:t>
    </dgm:pt>
    <dgm:pt modelId="{1D7EA8CC-EB4B-4D4D-A8DE-3E6DD9DCA408}" type="parTrans" cxnId="{CCBC7837-3A9B-454A-9F5C-73F3F30B85F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16823D2-C45E-4E0E-A0D7-35BADC294247}" type="sibTrans" cxnId="{CCBC7837-3A9B-454A-9F5C-73F3F30B85FA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0AEA1F0-E3A4-4DF4-8320-B4C01D7BF7D6}" type="pres">
      <dgm:prSet presAssocID="{BE6CBF8C-DFDB-4C9E-9723-ABA038328531}" presName="linear" presStyleCnt="0">
        <dgm:presLayoutVars>
          <dgm:animLvl val="lvl"/>
          <dgm:resizeHandles val="exact"/>
        </dgm:presLayoutVars>
      </dgm:prSet>
      <dgm:spPr/>
    </dgm:pt>
    <dgm:pt modelId="{F3BED6B7-B3C1-4179-B10F-00ED0099433A}" type="pres">
      <dgm:prSet presAssocID="{686C0D79-2280-4A54-9067-4DA2CD939C2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64F109A-C315-4397-B8EC-098F41D87D55}" type="pres">
      <dgm:prSet presAssocID="{295637CA-7CAF-4ADB-ABCC-78B2989BD9BB}" presName="spacer" presStyleCnt="0"/>
      <dgm:spPr/>
    </dgm:pt>
    <dgm:pt modelId="{8923FE06-67ED-4C54-8662-B350ECE9D2D3}" type="pres">
      <dgm:prSet presAssocID="{616BF0BA-D3F1-4923-ACD6-585E49BF04D5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3468942-70EA-496B-8D08-A1AF15EA01A8}" type="pres">
      <dgm:prSet presAssocID="{FF68E76D-516F-4267-AC09-1E9099A79EED}" presName="spacer" presStyleCnt="0"/>
      <dgm:spPr/>
    </dgm:pt>
    <dgm:pt modelId="{60954C65-ECC8-46C6-ADAD-2731AC9823D7}" type="pres">
      <dgm:prSet presAssocID="{B75204D5-C07C-4620-A8A3-CD7078FBCDA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74726FC-43E4-4745-9180-33C50D5DC2C6}" type="pres">
      <dgm:prSet presAssocID="{A7152D10-90DB-4857-B4C5-F72846C4095D}" presName="spacer" presStyleCnt="0"/>
      <dgm:spPr/>
    </dgm:pt>
    <dgm:pt modelId="{E63A38C9-62C9-4465-BA2C-1FCD9FEDEC94}" type="pres">
      <dgm:prSet presAssocID="{765F0D5E-42D9-40E5-9891-95ED826968A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E6888D4-B0E4-4E02-9CF6-08BE237FA538}" type="pres">
      <dgm:prSet presAssocID="{72A2C7AA-AC46-41E9-847C-A06583B0D288}" presName="spacer" presStyleCnt="0"/>
      <dgm:spPr/>
    </dgm:pt>
    <dgm:pt modelId="{1E185C7D-A575-4E2B-A210-B191D85FF2DA}" type="pres">
      <dgm:prSet presAssocID="{62D581A2-6BFA-4158-9372-C78750884F1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D691300-F74D-454B-A248-19DAFE85C2C3}" srcId="{BE6CBF8C-DFDB-4C9E-9723-ABA038328531}" destId="{686C0D79-2280-4A54-9067-4DA2CD939C2C}" srcOrd="0" destOrd="0" parTransId="{B1646614-A725-47B6-966A-DD52D6299629}" sibTransId="{295637CA-7CAF-4ADB-ABCC-78B2989BD9BB}"/>
    <dgm:cxn modelId="{EE7C3E1A-F457-4A6D-A5C8-3B5D44822D16}" type="presOf" srcId="{62D581A2-6BFA-4158-9372-C78750884F15}" destId="{1E185C7D-A575-4E2B-A210-B191D85FF2DA}" srcOrd="0" destOrd="0" presId="urn:microsoft.com/office/officeart/2005/8/layout/vList2"/>
    <dgm:cxn modelId="{CCBC7837-3A9B-454A-9F5C-73F3F30B85FA}" srcId="{BE6CBF8C-DFDB-4C9E-9723-ABA038328531}" destId="{62D581A2-6BFA-4158-9372-C78750884F15}" srcOrd="4" destOrd="0" parTransId="{1D7EA8CC-EB4B-4D4D-A8DE-3E6DD9DCA408}" sibTransId="{B16823D2-C45E-4E0E-A0D7-35BADC294247}"/>
    <dgm:cxn modelId="{0D499141-F448-42EE-AB7A-4D3E4A377D61}" srcId="{BE6CBF8C-DFDB-4C9E-9723-ABA038328531}" destId="{616BF0BA-D3F1-4923-ACD6-585E49BF04D5}" srcOrd="1" destOrd="0" parTransId="{3977A737-861F-4CEC-8E19-5088C1251A0F}" sibTransId="{FF68E76D-516F-4267-AC09-1E9099A79EED}"/>
    <dgm:cxn modelId="{BBBB1F4D-8379-4C79-8F97-4187BD8BFAB1}" type="presOf" srcId="{616BF0BA-D3F1-4923-ACD6-585E49BF04D5}" destId="{8923FE06-67ED-4C54-8662-B350ECE9D2D3}" srcOrd="0" destOrd="0" presId="urn:microsoft.com/office/officeart/2005/8/layout/vList2"/>
    <dgm:cxn modelId="{BF3BFCA2-8BAE-4689-B6A5-569C242E2688}" srcId="{BE6CBF8C-DFDB-4C9E-9723-ABA038328531}" destId="{B75204D5-C07C-4620-A8A3-CD7078FBCDAF}" srcOrd="2" destOrd="0" parTransId="{373AE0FA-0936-4150-B3EA-9DDC01E63510}" sibTransId="{A7152D10-90DB-4857-B4C5-F72846C4095D}"/>
    <dgm:cxn modelId="{97BCE0A3-A36C-46B6-9179-41A54519C15C}" type="presOf" srcId="{B75204D5-C07C-4620-A8A3-CD7078FBCDAF}" destId="{60954C65-ECC8-46C6-ADAD-2731AC9823D7}" srcOrd="0" destOrd="0" presId="urn:microsoft.com/office/officeart/2005/8/layout/vList2"/>
    <dgm:cxn modelId="{642B39A4-623D-4002-9DA7-8178C2D684B9}" type="presOf" srcId="{686C0D79-2280-4A54-9067-4DA2CD939C2C}" destId="{F3BED6B7-B3C1-4179-B10F-00ED0099433A}" srcOrd="0" destOrd="0" presId="urn:microsoft.com/office/officeart/2005/8/layout/vList2"/>
    <dgm:cxn modelId="{41F649C1-E116-4B3F-BCD4-2E29DDD10D96}" type="presOf" srcId="{765F0D5E-42D9-40E5-9891-95ED826968A0}" destId="{E63A38C9-62C9-4465-BA2C-1FCD9FEDEC94}" srcOrd="0" destOrd="0" presId="urn:microsoft.com/office/officeart/2005/8/layout/vList2"/>
    <dgm:cxn modelId="{D78513CD-4CFA-4372-B25E-2959AECBE836}" type="presOf" srcId="{BE6CBF8C-DFDB-4C9E-9723-ABA038328531}" destId="{70AEA1F0-E3A4-4DF4-8320-B4C01D7BF7D6}" srcOrd="0" destOrd="0" presId="urn:microsoft.com/office/officeart/2005/8/layout/vList2"/>
    <dgm:cxn modelId="{82F0F1E4-F57C-4570-AEBC-E557F6064FE1}" srcId="{BE6CBF8C-DFDB-4C9E-9723-ABA038328531}" destId="{765F0D5E-42D9-40E5-9891-95ED826968A0}" srcOrd="3" destOrd="0" parTransId="{03E87FBE-25DB-4901-BA9A-B289EF28E210}" sibTransId="{72A2C7AA-AC46-41E9-847C-A06583B0D288}"/>
    <dgm:cxn modelId="{9B68DCDF-A2DF-4D05-B47C-3BD10CD18FB8}" type="presParOf" srcId="{70AEA1F0-E3A4-4DF4-8320-B4C01D7BF7D6}" destId="{F3BED6B7-B3C1-4179-B10F-00ED0099433A}" srcOrd="0" destOrd="0" presId="urn:microsoft.com/office/officeart/2005/8/layout/vList2"/>
    <dgm:cxn modelId="{AE8A4570-26DA-4AC6-9932-1892043D4117}" type="presParOf" srcId="{70AEA1F0-E3A4-4DF4-8320-B4C01D7BF7D6}" destId="{164F109A-C315-4397-B8EC-098F41D87D55}" srcOrd="1" destOrd="0" presId="urn:microsoft.com/office/officeart/2005/8/layout/vList2"/>
    <dgm:cxn modelId="{898C9927-E57B-4C66-9057-CBE3C59DC2BF}" type="presParOf" srcId="{70AEA1F0-E3A4-4DF4-8320-B4C01D7BF7D6}" destId="{8923FE06-67ED-4C54-8662-B350ECE9D2D3}" srcOrd="2" destOrd="0" presId="urn:microsoft.com/office/officeart/2005/8/layout/vList2"/>
    <dgm:cxn modelId="{44C2433C-40EC-4A37-854A-40F1451D79C4}" type="presParOf" srcId="{70AEA1F0-E3A4-4DF4-8320-B4C01D7BF7D6}" destId="{23468942-70EA-496B-8D08-A1AF15EA01A8}" srcOrd="3" destOrd="0" presId="urn:microsoft.com/office/officeart/2005/8/layout/vList2"/>
    <dgm:cxn modelId="{82723FAD-2EF9-4497-86F8-7C94A55B5563}" type="presParOf" srcId="{70AEA1F0-E3A4-4DF4-8320-B4C01D7BF7D6}" destId="{60954C65-ECC8-46C6-ADAD-2731AC9823D7}" srcOrd="4" destOrd="0" presId="urn:microsoft.com/office/officeart/2005/8/layout/vList2"/>
    <dgm:cxn modelId="{ED0027D7-1509-48FC-A3BA-ED4DD04B1199}" type="presParOf" srcId="{70AEA1F0-E3A4-4DF4-8320-B4C01D7BF7D6}" destId="{B74726FC-43E4-4745-9180-33C50D5DC2C6}" srcOrd="5" destOrd="0" presId="urn:microsoft.com/office/officeart/2005/8/layout/vList2"/>
    <dgm:cxn modelId="{4500BF59-AD74-460D-9E18-89DFFFD77849}" type="presParOf" srcId="{70AEA1F0-E3A4-4DF4-8320-B4C01D7BF7D6}" destId="{E63A38C9-62C9-4465-BA2C-1FCD9FEDEC94}" srcOrd="6" destOrd="0" presId="urn:microsoft.com/office/officeart/2005/8/layout/vList2"/>
    <dgm:cxn modelId="{7D755775-FCA8-42A8-9E62-EDFABC0E82EA}" type="presParOf" srcId="{70AEA1F0-E3A4-4DF4-8320-B4C01D7BF7D6}" destId="{1E6888D4-B0E4-4E02-9CF6-08BE237FA538}" srcOrd="7" destOrd="0" presId="urn:microsoft.com/office/officeart/2005/8/layout/vList2"/>
    <dgm:cxn modelId="{1D4FA494-ECA3-4410-87C2-D88A15D7AFFC}" type="presParOf" srcId="{70AEA1F0-E3A4-4DF4-8320-B4C01D7BF7D6}" destId="{1E185C7D-A575-4E2B-A210-B191D85FF2D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60EB983-9597-4B95-9905-0AC99C1F4C0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27027D-8C6B-4A49-814A-B465F7610D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Understand fundamental database concepts.</a:t>
          </a:r>
        </a:p>
      </dgm:t>
    </dgm:pt>
    <dgm:pt modelId="{8AA7430C-54B9-4873-AEF1-1079F3C06268}" type="parTrans" cxnId="{6426A177-6388-4896-B8E1-41C2A232C3E9}">
      <dgm:prSet/>
      <dgm:spPr/>
      <dgm:t>
        <a:bodyPr/>
        <a:lstStyle/>
        <a:p>
          <a:endParaRPr lang="en-US"/>
        </a:p>
      </dgm:t>
    </dgm:pt>
    <dgm:pt modelId="{659DA5FF-9883-40BD-A703-9E14D1C961E1}" type="sibTrans" cxnId="{6426A177-6388-4896-B8E1-41C2A232C3E9}">
      <dgm:prSet/>
      <dgm:spPr/>
      <dgm:t>
        <a:bodyPr/>
        <a:lstStyle/>
        <a:p>
          <a:endParaRPr lang="en-US"/>
        </a:p>
      </dgm:t>
    </dgm:pt>
    <dgm:pt modelId="{68FB0584-F729-477A-92A7-52AE30998E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Design database schemas using conceptual, logical, and physical models.</a:t>
          </a:r>
        </a:p>
      </dgm:t>
    </dgm:pt>
    <dgm:pt modelId="{4F960B3D-440B-42DC-9C0C-224F542D974B}" type="parTrans" cxnId="{D845B6DA-166A-46BB-83E3-9FC80DD78184}">
      <dgm:prSet/>
      <dgm:spPr/>
      <dgm:t>
        <a:bodyPr/>
        <a:lstStyle/>
        <a:p>
          <a:endParaRPr lang="en-US"/>
        </a:p>
      </dgm:t>
    </dgm:pt>
    <dgm:pt modelId="{F06FE19A-C362-4299-A0F0-F4C309D10D33}" type="sibTrans" cxnId="{D845B6DA-166A-46BB-83E3-9FC80DD78184}">
      <dgm:prSet/>
      <dgm:spPr/>
      <dgm:t>
        <a:bodyPr/>
        <a:lstStyle/>
        <a:p>
          <a:endParaRPr lang="en-US"/>
        </a:p>
      </dgm:t>
    </dgm:pt>
    <dgm:pt modelId="{A9358359-02E6-408B-897F-1B03C8B8CF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Apply normalization techniques to resolve database anomalies.</a:t>
          </a:r>
        </a:p>
      </dgm:t>
    </dgm:pt>
    <dgm:pt modelId="{A4529693-E8D2-41F0-BD3F-D3143B13D375}" type="parTrans" cxnId="{489EE159-5C9E-4FC9-94AA-DA2F9E6CA60E}">
      <dgm:prSet/>
      <dgm:spPr/>
      <dgm:t>
        <a:bodyPr/>
        <a:lstStyle/>
        <a:p>
          <a:endParaRPr lang="en-US"/>
        </a:p>
      </dgm:t>
    </dgm:pt>
    <dgm:pt modelId="{95148F82-D627-4011-AC45-353370E4056F}" type="sibTrans" cxnId="{489EE159-5C9E-4FC9-94AA-DA2F9E6CA60E}">
      <dgm:prSet/>
      <dgm:spPr/>
      <dgm:t>
        <a:bodyPr/>
        <a:lstStyle/>
        <a:p>
          <a:endParaRPr lang="en-US"/>
        </a:p>
      </dgm:t>
    </dgm:pt>
    <dgm:pt modelId="{3D1390E5-4C3A-446F-8D01-8CBF65AFCDC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 SQL for database manipulation and queries.</a:t>
          </a:r>
        </a:p>
      </dgm:t>
    </dgm:pt>
    <dgm:pt modelId="{C5FFD568-D61A-4C42-89BC-54D434E7D858}" type="parTrans" cxnId="{66CD52EE-1C01-444E-A9F5-00669EBDDAD5}">
      <dgm:prSet/>
      <dgm:spPr/>
      <dgm:t>
        <a:bodyPr/>
        <a:lstStyle/>
        <a:p>
          <a:endParaRPr lang="en-US"/>
        </a:p>
      </dgm:t>
    </dgm:pt>
    <dgm:pt modelId="{8F446182-5901-4AD1-A16C-D86B6299D38C}" type="sibTrans" cxnId="{66CD52EE-1C01-444E-A9F5-00669EBDDAD5}">
      <dgm:prSet/>
      <dgm:spPr/>
      <dgm:t>
        <a:bodyPr/>
        <a:lstStyle/>
        <a:p>
          <a:endParaRPr lang="en-US"/>
        </a:p>
      </dgm:t>
    </dgm:pt>
    <dgm:pt modelId="{ABB83F92-0C60-470F-A40E-DED39604FCBF}" type="pres">
      <dgm:prSet presAssocID="{560EB983-9597-4B95-9905-0AC99C1F4C0A}" presName="root" presStyleCnt="0">
        <dgm:presLayoutVars>
          <dgm:dir/>
          <dgm:resizeHandles val="exact"/>
        </dgm:presLayoutVars>
      </dgm:prSet>
      <dgm:spPr/>
    </dgm:pt>
    <dgm:pt modelId="{909D4D48-1208-485B-A00C-2303D82D9BC7}" type="pres">
      <dgm:prSet presAssocID="{2627027D-8C6B-4A49-814A-B465F7610D04}" presName="compNode" presStyleCnt="0"/>
      <dgm:spPr/>
    </dgm:pt>
    <dgm:pt modelId="{1A9C98E8-1506-443C-9E35-0FAB3F990B4B}" type="pres">
      <dgm:prSet presAssocID="{2627027D-8C6B-4A49-814A-B465F7610D04}" presName="bgRect" presStyleLbl="bgShp" presStyleIdx="0" presStyleCnt="4"/>
      <dgm:spPr/>
    </dgm:pt>
    <dgm:pt modelId="{3EE4CC31-81A1-48C1-8B98-A9C2C4FD4463}" type="pres">
      <dgm:prSet presAssocID="{2627027D-8C6B-4A49-814A-B465F7610D0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35CDB31-234F-44BE-BC37-DB221EAD0D0A}" type="pres">
      <dgm:prSet presAssocID="{2627027D-8C6B-4A49-814A-B465F7610D04}" presName="spaceRect" presStyleCnt="0"/>
      <dgm:spPr/>
    </dgm:pt>
    <dgm:pt modelId="{74168B60-318E-4379-8FF7-5B854358C8C2}" type="pres">
      <dgm:prSet presAssocID="{2627027D-8C6B-4A49-814A-B465F7610D04}" presName="parTx" presStyleLbl="revTx" presStyleIdx="0" presStyleCnt="4">
        <dgm:presLayoutVars>
          <dgm:chMax val="0"/>
          <dgm:chPref val="0"/>
        </dgm:presLayoutVars>
      </dgm:prSet>
      <dgm:spPr/>
    </dgm:pt>
    <dgm:pt modelId="{36FDE9F8-1A8F-4F66-8445-E105699A96A3}" type="pres">
      <dgm:prSet presAssocID="{659DA5FF-9883-40BD-A703-9E14D1C961E1}" presName="sibTrans" presStyleCnt="0"/>
      <dgm:spPr/>
    </dgm:pt>
    <dgm:pt modelId="{EFC995FB-36D3-4197-B019-2B2671BF2CD2}" type="pres">
      <dgm:prSet presAssocID="{68FB0584-F729-477A-92A7-52AE30998E7A}" presName="compNode" presStyleCnt="0"/>
      <dgm:spPr/>
    </dgm:pt>
    <dgm:pt modelId="{AE36F832-500A-4AD9-A1E4-AF112A98774E}" type="pres">
      <dgm:prSet presAssocID="{68FB0584-F729-477A-92A7-52AE30998E7A}" presName="bgRect" presStyleLbl="bgShp" presStyleIdx="1" presStyleCnt="4"/>
      <dgm:spPr/>
    </dgm:pt>
    <dgm:pt modelId="{F8FB36E1-7625-41FB-BCAD-3D80BC717E6A}" type="pres">
      <dgm:prSet presAssocID="{68FB0584-F729-477A-92A7-52AE30998E7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5F08080-EE35-4D96-ADF5-BDDF5534732D}" type="pres">
      <dgm:prSet presAssocID="{68FB0584-F729-477A-92A7-52AE30998E7A}" presName="spaceRect" presStyleCnt="0"/>
      <dgm:spPr/>
    </dgm:pt>
    <dgm:pt modelId="{0DE2D0C7-828B-4BCE-A8A7-986EAF9B2C8C}" type="pres">
      <dgm:prSet presAssocID="{68FB0584-F729-477A-92A7-52AE30998E7A}" presName="parTx" presStyleLbl="revTx" presStyleIdx="1" presStyleCnt="4">
        <dgm:presLayoutVars>
          <dgm:chMax val="0"/>
          <dgm:chPref val="0"/>
        </dgm:presLayoutVars>
      </dgm:prSet>
      <dgm:spPr/>
    </dgm:pt>
    <dgm:pt modelId="{FDCBB734-8B48-432B-9EE0-55DCB7DABC10}" type="pres">
      <dgm:prSet presAssocID="{F06FE19A-C362-4299-A0F0-F4C309D10D33}" presName="sibTrans" presStyleCnt="0"/>
      <dgm:spPr/>
    </dgm:pt>
    <dgm:pt modelId="{9EDD2E0F-DF5C-4284-83C4-B1945969F356}" type="pres">
      <dgm:prSet presAssocID="{A9358359-02E6-408B-897F-1B03C8B8CF1E}" presName="compNode" presStyleCnt="0"/>
      <dgm:spPr/>
    </dgm:pt>
    <dgm:pt modelId="{59ACBA7F-A900-46DA-A73B-02E365E2612A}" type="pres">
      <dgm:prSet presAssocID="{A9358359-02E6-408B-897F-1B03C8B8CF1E}" presName="bgRect" presStyleLbl="bgShp" presStyleIdx="2" presStyleCnt="4"/>
      <dgm:spPr/>
    </dgm:pt>
    <dgm:pt modelId="{8ECF68D8-DA53-4A12-8ED0-A7382951FE0D}" type="pres">
      <dgm:prSet presAssocID="{A9358359-02E6-408B-897F-1B03C8B8CF1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8FAE189-3935-40D6-B7B2-3046D03AD7AB}" type="pres">
      <dgm:prSet presAssocID="{A9358359-02E6-408B-897F-1B03C8B8CF1E}" presName="spaceRect" presStyleCnt="0"/>
      <dgm:spPr/>
    </dgm:pt>
    <dgm:pt modelId="{99CDB08B-634D-441F-A6EE-56F2EDB36F5F}" type="pres">
      <dgm:prSet presAssocID="{A9358359-02E6-408B-897F-1B03C8B8CF1E}" presName="parTx" presStyleLbl="revTx" presStyleIdx="2" presStyleCnt="4">
        <dgm:presLayoutVars>
          <dgm:chMax val="0"/>
          <dgm:chPref val="0"/>
        </dgm:presLayoutVars>
      </dgm:prSet>
      <dgm:spPr/>
    </dgm:pt>
    <dgm:pt modelId="{D1BC430B-4E09-48C3-9047-2645BE3DFC7A}" type="pres">
      <dgm:prSet presAssocID="{95148F82-D627-4011-AC45-353370E4056F}" presName="sibTrans" presStyleCnt="0"/>
      <dgm:spPr/>
    </dgm:pt>
    <dgm:pt modelId="{96D6DA77-3A38-4040-B98D-512ED4162219}" type="pres">
      <dgm:prSet presAssocID="{3D1390E5-4C3A-446F-8D01-8CBF65AFCDCD}" presName="compNode" presStyleCnt="0"/>
      <dgm:spPr/>
    </dgm:pt>
    <dgm:pt modelId="{C4F22F69-85FF-467E-84A5-CE9F63EFF415}" type="pres">
      <dgm:prSet presAssocID="{3D1390E5-4C3A-446F-8D01-8CBF65AFCDCD}" presName="bgRect" presStyleLbl="bgShp" presStyleIdx="3" presStyleCnt="4"/>
      <dgm:spPr/>
    </dgm:pt>
    <dgm:pt modelId="{766E825E-24B4-42F7-8019-3BB1A1C3A96F}" type="pres">
      <dgm:prSet presAssocID="{3D1390E5-4C3A-446F-8D01-8CBF65AFCDC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AE26C91-FAC2-4F27-8F3C-EE9D5DE729EF}" type="pres">
      <dgm:prSet presAssocID="{3D1390E5-4C3A-446F-8D01-8CBF65AFCDCD}" presName="spaceRect" presStyleCnt="0"/>
      <dgm:spPr/>
    </dgm:pt>
    <dgm:pt modelId="{78A19FFA-2B3A-4379-A9AF-3594578BEFDE}" type="pres">
      <dgm:prSet presAssocID="{3D1390E5-4C3A-446F-8D01-8CBF65AFCDC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089DB3F-D0AB-434B-AE17-6EB0DD388AAD}" type="presOf" srcId="{2627027D-8C6B-4A49-814A-B465F7610D04}" destId="{74168B60-318E-4379-8FF7-5B854358C8C2}" srcOrd="0" destOrd="0" presId="urn:microsoft.com/office/officeart/2018/2/layout/IconVerticalSolidList"/>
    <dgm:cxn modelId="{37857F75-4866-429D-8391-383D18E848DD}" type="presOf" srcId="{68FB0584-F729-477A-92A7-52AE30998E7A}" destId="{0DE2D0C7-828B-4BCE-A8A7-986EAF9B2C8C}" srcOrd="0" destOrd="0" presId="urn:microsoft.com/office/officeart/2018/2/layout/IconVerticalSolidList"/>
    <dgm:cxn modelId="{6426A177-6388-4896-B8E1-41C2A232C3E9}" srcId="{560EB983-9597-4B95-9905-0AC99C1F4C0A}" destId="{2627027D-8C6B-4A49-814A-B465F7610D04}" srcOrd="0" destOrd="0" parTransId="{8AA7430C-54B9-4873-AEF1-1079F3C06268}" sibTransId="{659DA5FF-9883-40BD-A703-9E14D1C961E1}"/>
    <dgm:cxn modelId="{489EE159-5C9E-4FC9-94AA-DA2F9E6CA60E}" srcId="{560EB983-9597-4B95-9905-0AC99C1F4C0A}" destId="{A9358359-02E6-408B-897F-1B03C8B8CF1E}" srcOrd="2" destOrd="0" parTransId="{A4529693-E8D2-41F0-BD3F-D3143B13D375}" sibTransId="{95148F82-D627-4011-AC45-353370E4056F}"/>
    <dgm:cxn modelId="{554CC686-3729-4146-9D6A-201BD446051E}" type="presOf" srcId="{3D1390E5-4C3A-446F-8D01-8CBF65AFCDCD}" destId="{78A19FFA-2B3A-4379-A9AF-3594578BEFDE}" srcOrd="0" destOrd="0" presId="urn:microsoft.com/office/officeart/2018/2/layout/IconVerticalSolidList"/>
    <dgm:cxn modelId="{8FBF5698-6D72-49C0-8980-4C42AE1B9338}" type="presOf" srcId="{560EB983-9597-4B95-9905-0AC99C1F4C0A}" destId="{ABB83F92-0C60-470F-A40E-DED39604FCBF}" srcOrd="0" destOrd="0" presId="urn:microsoft.com/office/officeart/2018/2/layout/IconVerticalSolidList"/>
    <dgm:cxn modelId="{35B7AAB3-69BC-4FCC-A326-598FD034E017}" type="presOf" srcId="{A9358359-02E6-408B-897F-1B03C8B8CF1E}" destId="{99CDB08B-634D-441F-A6EE-56F2EDB36F5F}" srcOrd="0" destOrd="0" presId="urn:microsoft.com/office/officeart/2018/2/layout/IconVerticalSolidList"/>
    <dgm:cxn modelId="{D845B6DA-166A-46BB-83E3-9FC80DD78184}" srcId="{560EB983-9597-4B95-9905-0AC99C1F4C0A}" destId="{68FB0584-F729-477A-92A7-52AE30998E7A}" srcOrd="1" destOrd="0" parTransId="{4F960B3D-440B-42DC-9C0C-224F542D974B}" sibTransId="{F06FE19A-C362-4299-A0F0-F4C309D10D33}"/>
    <dgm:cxn modelId="{66CD52EE-1C01-444E-A9F5-00669EBDDAD5}" srcId="{560EB983-9597-4B95-9905-0AC99C1F4C0A}" destId="{3D1390E5-4C3A-446F-8D01-8CBF65AFCDCD}" srcOrd="3" destOrd="0" parTransId="{C5FFD568-D61A-4C42-89BC-54D434E7D858}" sibTransId="{8F446182-5901-4AD1-A16C-D86B6299D38C}"/>
    <dgm:cxn modelId="{9C1FEC16-D850-4A0C-BCB3-9C692E784722}" type="presParOf" srcId="{ABB83F92-0C60-470F-A40E-DED39604FCBF}" destId="{909D4D48-1208-485B-A00C-2303D82D9BC7}" srcOrd="0" destOrd="0" presId="urn:microsoft.com/office/officeart/2018/2/layout/IconVerticalSolidList"/>
    <dgm:cxn modelId="{ADFADA26-44FC-4399-B39B-C0BEF92BD803}" type="presParOf" srcId="{909D4D48-1208-485B-A00C-2303D82D9BC7}" destId="{1A9C98E8-1506-443C-9E35-0FAB3F990B4B}" srcOrd="0" destOrd="0" presId="urn:microsoft.com/office/officeart/2018/2/layout/IconVerticalSolidList"/>
    <dgm:cxn modelId="{3FC5A13D-C836-43A0-992F-F5794A30819F}" type="presParOf" srcId="{909D4D48-1208-485B-A00C-2303D82D9BC7}" destId="{3EE4CC31-81A1-48C1-8B98-A9C2C4FD4463}" srcOrd="1" destOrd="0" presId="urn:microsoft.com/office/officeart/2018/2/layout/IconVerticalSolidList"/>
    <dgm:cxn modelId="{EFF1B71C-786D-4072-A499-E4E4F336FBEE}" type="presParOf" srcId="{909D4D48-1208-485B-A00C-2303D82D9BC7}" destId="{835CDB31-234F-44BE-BC37-DB221EAD0D0A}" srcOrd="2" destOrd="0" presId="urn:microsoft.com/office/officeart/2018/2/layout/IconVerticalSolidList"/>
    <dgm:cxn modelId="{5F1EB2DB-FDE2-4D08-928A-E580B5663076}" type="presParOf" srcId="{909D4D48-1208-485B-A00C-2303D82D9BC7}" destId="{74168B60-318E-4379-8FF7-5B854358C8C2}" srcOrd="3" destOrd="0" presId="urn:microsoft.com/office/officeart/2018/2/layout/IconVerticalSolidList"/>
    <dgm:cxn modelId="{0D4D70FD-B095-4436-9BC1-EBAE6CC7DE46}" type="presParOf" srcId="{ABB83F92-0C60-470F-A40E-DED39604FCBF}" destId="{36FDE9F8-1A8F-4F66-8445-E105699A96A3}" srcOrd="1" destOrd="0" presId="urn:microsoft.com/office/officeart/2018/2/layout/IconVerticalSolidList"/>
    <dgm:cxn modelId="{399E6825-F4C2-4EFB-A330-2107069C896B}" type="presParOf" srcId="{ABB83F92-0C60-470F-A40E-DED39604FCBF}" destId="{EFC995FB-36D3-4197-B019-2B2671BF2CD2}" srcOrd="2" destOrd="0" presId="urn:microsoft.com/office/officeart/2018/2/layout/IconVerticalSolidList"/>
    <dgm:cxn modelId="{0FA92D53-A443-48D2-8908-FE76BB48B1DE}" type="presParOf" srcId="{EFC995FB-36D3-4197-B019-2B2671BF2CD2}" destId="{AE36F832-500A-4AD9-A1E4-AF112A98774E}" srcOrd="0" destOrd="0" presId="urn:microsoft.com/office/officeart/2018/2/layout/IconVerticalSolidList"/>
    <dgm:cxn modelId="{6ACD7C4B-49CD-422C-AEDC-ECE346B547AC}" type="presParOf" srcId="{EFC995FB-36D3-4197-B019-2B2671BF2CD2}" destId="{F8FB36E1-7625-41FB-BCAD-3D80BC717E6A}" srcOrd="1" destOrd="0" presId="urn:microsoft.com/office/officeart/2018/2/layout/IconVerticalSolidList"/>
    <dgm:cxn modelId="{3356B35B-8BC4-40CC-A25D-04FC4888BF8D}" type="presParOf" srcId="{EFC995FB-36D3-4197-B019-2B2671BF2CD2}" destId="{55F08080-EE35-4D96-ADF5-BDDF5534732D}" srcOrd="2" destOrd="0" presId="urn:microsoft.com/office/officeart/2018/2/layout/IconVerticalSolidList"/>
    <dgm:cxn modelId="{EDC1B762-1E51-46EC-8A7C-C40B96B49318}" type="presParOf" srcId="{EFC995FB-36D3-4197-B019-2B2671BF2CD2}" destId="{0DE2D0C7-828B-4BCE-A8A7-986EAF9B2C8C}" srcOrd="3" destOrd="0" presId="urn:microsoft.com/office/officeart/2018/2/layout/IconVerticalSolidList"/>
    <dgm:cxn modelId="{8CCFF8BC-B391-4B70-8D2E-0833C4C21587}" type="presParOf" srcId="{ABB83F92-0C60-470F-A40E-DED39604FCBF}" destId="{FDCBB734-8B48-432B-9EE0-55DCB7DABC10}" srcOrd="3" destOrd="0" presId="urn:microsoft.com/office/officeart/2018/2/layout/IconVerticalSolidList"/>
    <dgm:cxn modelId="{8B8B3E0A-1512-4550-A406-A001537ED6EC}" type="presParOf" srcId="{ABB83F92-0C60-470F-A40E-DED39604FCBF}" destId="{9EDD2E0F-DF5C-4284-83C4-B1945969F356}" srcOrd="4" destOrd="0" presId="urn:microsoft.com/office/officeart/2018/2/layout/IconVerticalSolidList"/>
    <dgm:cxn modelId="{E21A711F-5F69-4D71-A3F3-B2920C93FB47}" type="presParOf" srcId="{9EDD2E0F-DF5C-4284-83C4-B1945969F356}" destId="{59ACBA7F-A900-46DA-A73B-02E365E2612A}" srcOrd="0" destOrd="0" presId="urn:microsoft.com/office/officeart/2018/2/layout/IconVerticalSolidList"/>
    <dgm:cxn modelId="{C2782E0C-680B-43D6-98A8-B7A7D73E7414}" type="presParOf" srcId="{9EDD2E0F-DF5C-4284-83C4-B1945969F356}" destId="{8ECF68D8-DA53-4A12-8ED0-A7382951FE0D}" srcOrd="1" destOrd="0" presId="urn:microsoft.com/office/officeart/2018/2/layout/IconVerticalSolidList"/>
    <dgm:cxn modelId="{FAEEAC49-F1C6-4B58-BE7B-25F02FCEF62E}" type="presParOf" srcId="{9EDD2E0F-DF5C-4284-83C4-B1945969F356}" destId="{B8FAE189-3935-40D6-B7B2-3046D03AD7AB}" srcOrd="2" destOrd="0" presId="urn:microsoft.com/office/officeart/2018/2/layout/IconVerticalSolidList"/>
    <dgm:cxn modelId="{AB335DC0-810E-44E0-9FD4-11BF157D9674}" type="presParOf" srcId="{9EDD2E0F-DF5C-4284-83C4-B1945969F356}" destId="{99CDB08B-634D-441F-A6EE-56F2EDB36F5F}" srcOrd="3" destOrd="0" presId="urn:microsoft.com/office/officeart/2018/2/layout/IconVerticalSolidList"/>
    <dgm:cxn modelId="{11C39E8F-8C56-4CF6-8608-718CBDAE2191}" type="presParOf" srcId="{ABB83F92-0C60-470F-A40E-DED39604FCBF}" destId="{D1BC430B-4E09-48C3-9047-2645BE3DFC7A}" srcOrd="5" destOrd="0" presId="urn:microsoft.com/office/officeart/2018/2/layout/IconVerticalSolidList"/>
    <dgm:cxn modelId="{2B52E75A-3AE8-4F78-9992-3BA3281C3D34}" type="presParOf" srcId="{ABB83F92-0C60-470F-A40E-DED39604FCBF}" destId="{96D6DA77-3A38-4040-B98D-512ED4162219}" srcOrd="6" destOrd="0" presId="urn:microsoft.com/office/officeart/2018/2/layout/IconVerticalSolidList"/>
    <dgm:cxn modelId="{18EBF267-E2D4-495D-95D7-D94AA4E11E84}" type="presParOf" srcId="{96D6DA77-3A38-4040-B98D-512ED4162219}" destId="{C4F22F69-85FF-467E-84A5-CE9F63EFF415}" srcOrd="0" destOrd="0" presId="urn:microsoft.com/office/officeart/2018/2/layout/IconVerticalSolidList"/>
    <dgm:cxn modelId="{45F612A8-57DC-475E-85A7-5892071CFF58}" type="presParOf" srcId="{96D6DA77-3A38-4040-B98D-512ED4162219}" destId="{766E825E-24B4-42F7-8019-3BB1A1C3A96F}" srcOrd="1" destOrd="0" presId="urn:microsoft.com/office/officeart/2018/2/layout/IconVerticalSolidList"/>
    <dgm:cxn modelId="{6DF4C1F1-0A90-482F-9342-B8C80BD73795}" type="presParOf" srcId="{96D6DA77-3A38-4040-B98D-512ED4162219}" destId="{CAE26C91-FAC2-4F27-8F3C-EE9D5DE729EF}" srcOrd="2" destOrd="0" presId="urn:microsoft.com/office/officeart/2018/2/layout/IconVerticalSolidList"/>
    <dgm:cxn modelId="{C31CD2E0-8AF7-40C3-BE77-3A0B64F0E881}" type="presParOf" srcId="{96D6DA77-3A38-4040-B98D-512ED4162219}" destId="{78A19FFA-2B3A-4379-A9AF-3594578BEF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034C70-57BB-4D88-A628-8416AD949B10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FC9EAFA-C440-450F-9F66-FEFDD5515CF7}">
      <dgm:prSet/>
      <dgm:spPr/>
      <dgm:t>
        <a:bodyPr/>
        <a:lstStyle/>
        <a:p>
          <a:r>
            <a:rPr lang="en-US"/>
            <a:t>Data</a:t>
          </a:r>
        </a:p>
      </dgm:t>
    </dgm:pt>
    <dgm:pt modelId="{77498F95-CB9E-4208-90A2-6050AF5F9B5C}" type="parTrans" cxnId="{AD983575-C666-467C-B2B1-9F3B54825F68}">
      <dgm:prSet/>
      <dgm:spPr/>
      <dgm:t>
        <a:bodyPr/>
        <a:lstStyle/>
        <a:p>
          <a:endParaRPr lang="en-US" sz="1050"/>
        </a:p>
      </dgm:t>
    </dgm:pt>
    <dgm:pt modelId="{9EF80A76-69AB-4C92-8FEC-8233A78B2406}" type="sibTrans" cxnId="{AD983575-C666-467C-B2B1-9F3B54825F68}">
      <dgm:prSet/>
      <dgm:spPr/>
      <dgm:t>
        <a:bodyPr/>
        <a:lstStyle/>
        <a:p>
          <a:endParaRPr lang="en-US"/>
        </a:p>
      </dgm:t>
    </dgm:pt>
    <dgm:pt modelId="{F92E29E3-8115-4780-8495-5D9BFFF2C325}">
      <dgm:prSet/>
      <dgm:spPr/>
      <dgm:t>
        <a:bodyPr/>
        <a:lstStyle/>
        <a:p>
          <a:r>
            <a:rPr lang="en-US"/>
            <a:t>Information</a:t>
          </a:r>
        </a:p>
      </dgm:t>
    </dgm:pt>
    <dgm:pt modelId="{5E3CE45D-2FD9-4BBC-B2FB-2B01635223FF}" type="parTrans" cxnId="{9255593E-5BF6-4F63-A28E-EB50E875EB94}">
      <dgm:prSet/>
      <dgm:spPr/>
      <dgm:t>
        <a:bodyPr/>
        <a:lstStyle/>
        <a:p>
          <a:endParaRPr lang="en-US" sz="1050"/>
        </a:p>
      </dgm:t>
    </dgm:pt>
    <dgm:pt modelId="{C302FD13-4643-4442-910F-C558D5235232}" type="sibTrans" cxnId="{9255593E-5BF6-4F63-A28E-EB50E875EB94}">
      <dgm:prSet/>
      <dgm:spPr/>
      <dgm:t>
        <a:bodyPr/>
        <a:lstStyle/>
        <a:p>
          <a:endParaRPr lang="en-US"/>
        </a:p>
      </dgm:t>
    </dgm:pt>
    <dgm:pt modelId="{008435FB-2FD6-4E63-B7A0-3580DA57DC7C}">
      <dgm:prSet/>
      <dgm:spPr/>
      <dgm:t>
        <a:bodyPr/>
        <a:lstStyle/>
        <a:p>
          <a:r>
            <a:rPr lang="en-US"/>
            <a:t>Metadata</a:t>
          </a:r>
        </a:p>
      </dgm:t>
    </dgm:pt>
    <dgm:pt modelId="{B1E2F0A3-AC41-453D-BF26-2281802039D9}" type="parTrans" cxnId="{C628F5D3-278B-4261-BD42-A6D050D498C2}">
      <dgm:prSet/>
      <dgm:spPr/>
      <dgm:t>
        <a:bodyPr/>
        <a:lstStyle/>
        <a:p>
          <a:endParaRPr lang="en-US" sz="1050"/>
        </a:p>
      </dgm:t>
    </dgm:pt>
    <dgm:pt modelId="{C4555317-EEE6-4CC5-A336-27EA4BC45A41}" type="sibTrans" cxnId="{C628F5D3-278B-4261-BD42-A6D050D498C2}">
      <dgm:prSet/>
      <dgm:spPr/>
      <dgm:t>
        <a:bodyPr/>
        <a:lstStyle/>
        <a:p>
          <a:endParaRPr lang="en-US"/>
        </a:p>
      </dgm:t>
    </dgm:pt>
    <dgm:pt modelId="{F928CA6E-F694-4023-8CD5-412D7DBC6998}">
      <dgm:prSet/>
      <dgm:spPr/>
      <dgm:t>
        <a:bodyPr/>
        <a:lstStyle/>
        <a:p>
          <a:r>
            <a:rPr lang="en-US"/>
            <a:t>Data versus Information</a:t>
          </a:r>
        </a:p>
      </dgm:t>
    </dgm:pt>
    <dgm:pt modelId="{069D7BE7-864F-405C-99AC-2E24E07C9305}" type="parTrans" cxnId="{1E7AEA4B-3532-4A11-9D9E-41C2B15B119E}">
      <dgm:prSet/>
      <dgm:spPr/>
      <dgm:t>
        <a:bodyPr/>
        <a:lstStyle/>
        <a:p>
          <a:endParaRPr lang="en-US" sz="1050"/>
        </a:p>
      </dgm:t>
    </dgm:pt>
    <dgm:pt modelId="{18E686BF-2F18-4985-9C2B-CE1760FC6F6F}" type="sibTrans" cxnId="{1E7AEA4B-3532-4A11-9D9E-41C2B15B119E}">
      <dgm:prSet/>
      <dgm:spPr/>
      <dgm:t>
        <a:bodyPr/>
        <a:lstStyle/>
        <a:p>
          <a:endParaRPr lang="en-US"/>
        </a:p>
      </dgm:t>
    </dgm:pt>
    <dgm:pt modelId="{0FEE9BEF-D6FA-466B-85D2-8C160CC6E094}" type="pres">
      <dgm:prSet presAssocID="{47034C70-57BB-4D88-A628-8416AD949B10}" presName="linear" presStyleCnt="0">
        <dgm:presLayoutVars>
          <dgm:animLvl val="lvl"/>
          <dgm:resizeHandles val="exact"/>
        </dgm:presLayoutVars>
      </dgm:prSet>
      <dgm:spPr/>
    </dgm:pt>
    <dgm:pt modelId="{106FEF5A-05A5-47A4-8642-64CEFC253692}" type="pres">
      <dgm:prSet presAssocID="{FFC9EAFA-C440-450F-9F66-FEFDD5515CF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ACBE51E-ED7D-48DE-876C-BC7F6A51C24C}" type="pres">
      <dgm:prSet presAssocID="{9EF80A76-69AB-4C92-8FEC-8233A78B2406}" presName="spacer" presStyleCnt="0"/>
      <dgm:spPr/>
    </dgm:pt>
    <dgm:pt modelId="{54A4BD1D-1808-4EAE-928F-0CEA681DBC9D}" type="pres">
      <dgm:prSet presAssocID="{F92E29E3-8115-4780-8495-5D9BFFF2C32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C4DBA95-BFB3-46D2-8D6F-694614DFF49F}" type="pres">
      <dgm:prSet presAssocID="{C302FD13-4643-4442-910F-C558D5235232}" presName="spacer" presStyleCnt="0"/>
      <dgm:spPr/>
    </dgm:pt>
    <dgm:pt modelId="{A4840E6E-8EF1-46AA-A77B-124AC3BDAB0B}" type="pres">
      <dgm:prSet presAssocID="{008435FB-2FD6-4E63-B7A0-3580DA57DC7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8B39298-67C4-48CD-AB54-6C40FECE18DD}" type="pres">
      <dgm:prSet presAssocID="{C4555317-EEE6-4CC5-A336-27EA4BC45A41}" presName="spacer" presStyleCnt="0"/>
      <dgm:spPr/>
    </dgm:pt>
    <dgm:pt modelId="{625BB545-232B-4694-B59F-34E56A477488}" type="pres">
      <dgm:prSet presAssocID="{F928CA6E-F694-4023-8CD5-412D7DBC699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8E7760C-0EDF-4C76-AB85-A22F5D006705}" type="presOf" srcId="{47034C70-57BB-4D88-A628-8416AD949B10}" destId="{0FEE9BEF-D6FA-466B-85D2-8C160CC6E094}" srcOrd="0" destOrd="0" presId="urn:microsoft.com/office/officeart/2005/8/layout/vList2"/>
    <dgm:cxn modelId="{785D4333-1CE8-4609-80C3-5E2209E652BB}" type="presOf" srcId="{008435FB-2FD6-4E63-B7A0-3580DA57DC7C}" destId="{A4840E6E-8EF1-46AA-A77B-124AC3BDAB0B}" srcOrd="0" destOrd="0" presId="urn:microsoft.com/office/officeart/2005/8/layout/vList2"/>
    <dgm:cxn modelId="{9255593E-5BF6-4F63-A28E-EB50E875EB94}" srcId="{47034C70-57BB-4D88-A628-8416AD949B10}" destId="{F92E29E3-8115-4780-8495-5D9BFFF2C325}" srcOrd="1" destOrd="0" parTransId="{5E3CE45D-2FD9-4BBC-B2FB-2B01635223FF}" sibTransId="{C302FD13-4643-4442-910F-C558D5235232}"/>
    <dgm:cxn modelId="{9862AB67-C8F3-415F-AF54-EF311C426A83}" type="presOf" srcId="{FFC9EAFA-C440-450F-9F66-FEFDD5515CF7}" destId="{106FEF5A-05A5-47A4-8642-64CEFC253692}" srcOrd="0" destOrd="0" presId="urn:microsoft.com/office/officeart/2005/8/layout/vList2"/>
    <dgm:cxn modelId="{1E7AEA4B-3532-4A11-9D9E-41C2B15B119E}" srcId="{47034C70-57BB-4D88-A628-8416AD949B10}" destId="{F928CA6E-F694-4023-8CD5-412D7DBC6998}" srcOrd="3" destOrd="0" parTransId="{069D7BE7-864F-405C-99AC-2E24E07C9305}" sibTransId="{18E686BF-2F18-4985-9C2B-CE1760FC6F6F}"/>
    <dgm:cxn modelId="{AD983575-C666-467C-B2B1-9F3B54825F68}" srcId="{47034C70-57BB-4D88-A628-8416AD949B10}" destId="{FFC9EAFA-C440-450F-9F66-FEFDD5515CF7}" srcOrd="0" destOrd="0" parTransId="{77498F95-CB9E-4208-90A2-6050AF5F9B5C}" sibTransId="{9EF80A76-69AB-4C92-8FEC-8233A78B2406}"/>
    <dgm:cxn modelId="{B5ED3E92-2989-48C1-91E2-CDC44C3811D4}" type="presOf" srcId="{F92E29E3-8115-4780-8495-5D9BFFF2C325}" destId="{54A4BD1D-1808-4EAE-928F-0CEA681DBC9D}" srcOrd="0" destOrd="0" presId="urn:microsoft.com/office/officeart/2005/8/layout/vList2"/>
    <dgm:cxn modelId="{55B9F0B9-4070-4A7B-A469-EE6DEB3AF0FA}" type="presOf" srcId="{F928CA6E-F694-4023-8CD5-412D7DBC6998}" destId="{625BB545-232B-4694-B59F-34E56A477488}" srcOrd="0" destOrd="0" presId="urn:microsoft.com/office/officeart/2005/8/layout/vList2"/>
    <dgm:cxn modelId="{C628F5D3-278B-4261-BD42-A6D050D498C2}" srcId="{47034C70-57BB-4D88-A628-8416AD949B10}" destId="{008435FB-2FD6-4E63-B7A0-3580DA57DC7C}" srcOrd="2" destOrd="0" parTransId="{B1E2F0A3-AC41-453D-BF26-2281802039D9}" sibTransId="{C4555317-EEE6-4CC5-A336-27EA4BC45A41}"/>
    <dgm:cxn modelId="{DA1B92FD-163D-4A8B-9AC1-C007B58B7DED}" type="presParOf" srcId="{0FEE9BEF-D6FA-466B-85D2-8C160CC6E094}" destId="{106FEF5A-05A5-47A4-8642-64CEFC253692}" srcOrd="0" destOrd="0" presId="urn:microsoft.com/office/officeart/2005/8/layout/vList2"/>
    <dgm:cxn modelId="{8D0E4AC9-356B-4E8D-847B-BDEB06B524E1}" type="presParOf" srcId="{0FEE9BEF-D6FA-466B-85D2-8C160CC6E094}" destId="{AACBE51E-ED7D-48DE-876C-BC7F6A51C24C}" srcOrd="1" destOrd="0" presId="urn:microsoft.com/office/officeart/2005/8/layout/vList2"/>
    <dgm:cxn modelId="{B5F5011D-A250-4A49-9C8B-17A40D2C5901}" type="presParOf" srcId="{0FEE9BEF-D6FA-466B-85D2-8C160CC6E094}" destId="{54A4BD1D-1808-4EAE-928F-0CEA681DBC9D}" srcOrd="2" destOrd="0" presId="urn:microsoft.com/office/officeart/2005/8/layout/vList2"/>
    <dgm:cxn modelId="{B3062B05-CF00-4B9B-9A8C-A3AA191E8872}" type="presParOf" srcId="{0FEE9BEF-D6FA-466B-85D2-8C160CC6E094}" destId="{8C4DBA95-BFB3-46D2-8D6F-694614DFF49F}" srcOrd="3" destOrd="0" presId="urn:microsoft.com/office/officeart/2005/8/layout/vList2"/>
    <dgm:cxn modelId="{F39491B9-AEEE-4473-A5BB-7AEA01F864DC}" type="presParOf" srcId="{0FEE9BEF-D6FA-466B-85D2-8C160CC6E094}" destId="{A4840E6E-8EF1-46AA-A77B-124AC3BDAB0B}" srcOrd="4" destOrd="0" presId="urn:microsoft.com/office/officeart/2005/8/layout/vList2"/>
    <dgm:cxn modelId="{28624029-A5CE-4BCF-8C16-D0E1F860860C}" type="presParOf" srcId="{0FEE9BEF-D6FA-466B-85D2-8C160CC6E094}" destId="{D8B39298-67C4-48CD-AB54-6C40FECE18DD}" srcOrd="5" destOrd="0" presId="urn:microsoft.com/office/officeart/2005/8/layout/vList2"/>
    <dgm:cxn modelId="{1F8325B7-3134-484A-81A5-150EBAF55F2F}" type="presParOf" srcId="{0FEE9BEF-D6FA-466B-85D2-8C160CC6E094}" destId="{625BB545-232B-4694-B59F-34E56A47748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650CA2-0ADF-4DEE-A8C7-D0303452665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0003E3D-3911-4D5C-8F41-3BD368B35124}">
      <dgm:prSet/>
      <dgm:spPr/>
      <dgm:t>
        <a:bodyPr/>
        <a:lstStyle/>
        <a:p>
          <a:r>
            <a:rPr lang="en-US" b="1"/>
            <a:t>1. Library</a:t>
          </a:r>
          <a:endParaRPr lang="en-US"/>
        </a:p>
      </dgm:t>
    </dgm:pt>
    <dgm:pt modelId="{82188444-692E-439F-B3D6-00D626BECDB4}" type="parTrans" cxnId="{ACF05684-BD5D-42CA-9EE7-772D7AA9A178}">
      <dgm:prSet/>
      <dgm:spPr/>
      <dgm:t>
        <a:bodyPr/>
        <a:lstStyle/>
        <a:p>
          <a:endParaRPr lang="en-US"/>
        </a:p>
      </dgm:t>
    </dgm:pt>
    <dgm:pt modelId="{6E3F7DFF-AE45-4DEB-89A5-1DCBE53678D3}" type="sibTrans" cxnId="{ACF05684-BD5D-42CA-9EE7-772D7AA9A178}">
      <dgm:prSet/>
      <dgm:spPr/>
      <dgm:t>
        <a:bodyPr/>
        <a:lstStyle/>
        <a:p>
          <a:endParaRPr lang="en-US"/>
        </a:p>
      </dgm:t>
    </dgm:pt>
    <dgm:pt modelId="{2EA44998-138B-4D78-AB87-55F0454BC30D}">
      <dgm:prSet/>
      <dgm:spPr/>
      <dgm:t>
        <a:bodyPr/>
        <a:lstStyle/>
        <a:p>
          <a:r>
            <a:rPr lang="en-US" b="1"/>
            <a:t>Analogy:</a:t>
          </a:r>
          <a:r>
            <a:rPr lang="en-US"/>
            <a:t> A library contains thousands of books on different subjects. Without a catalog system, finding a book would be chaotic.</a:t>
          </a:r>
        </a:p>
      </dgm:t>
    </dgm:pt>
    <dgm:pt modelId="{E798BC20-6596-49D0-833C-CC22209048B9}" type="parTrans" cxnId="{22F1D5E7-ADB3-49C6-B222-0C193220A11E}">
      <dgm:prSet/>
      <dgm:spPr/>
      <dgm:t>
        <a:bodyPr/>
        <a:lstStyle/>
        <a:p>
          <a:endParaRPr lang="en-US"/>
        </a:p>
      </dgm:t>
    </dgm:pt>
    <dgm:pt modelId="{8BA02F4E-7E2A-4391-8E6D-6F743794DE2F}" type="sibTrans" cxnId="{22F1D5E7-ADB3-49C6-B222-0C193220A11E}">
      <dgm:prSet/>
      <dgm:spPr/>
      <dgm:t>
        <a:bodyPr/>
        <a:lstStyle/>
        <a:p>
          <a:endParaRPr lang="en-US"/>
        </a:p>
      </dgm:t>
    </dgm:pt>
    <dgm:pt modelId="{D485A026-EFB1-4708-855B-0DBC9ECA13E9}">
      <dgm:prSet/>
      <dgm:spPr/>
      <dgm:t>
        <a:bodyPr/>
        <a:lstStyle/>
        <a:p>
          <a:r>
            <a:rPr lang="en-US" b="1"/>
            <a:t>Database Concept:</a:t>
          </a:r>
          <a:r>
            <a:rPr lang="en-US"/>
            <a:t> The catalog system is a database that organizes books by title, author, and subject to make retrieval easy.</a:t>
          </a:r>
        </a:p>
      </dgm:t>
    </dgm:pt>
    <dgm:pt modelId="{205DC6E0-CF72-4E68-9C98-11FCE520E29C}" type="parTrans" cxnId="{AB739112-80A3-4EA4-8E8B-BE8B74666152}">
      <dgm:prSet/>
      <dgm:spPr/>
      <dgm:t>
        <a:bodyPr/>
        <a:lstStyle/>
        <a:p>
          <a:endParaRPr lang="en-US"/>
        </a:p>
      </dgm:t>
    </dgm:pt>
    <dgm:pt modelId="{B6237C9C-9FF1-4553-80D4-0F8BF851ECDB}" type="sibTrans" cxnId="{AB739112-80A3-4EA4-8E8B-BE8B74666152}">
      <dgm:prSet/>
      <dgm:spPr/>
      <dgm:t>
        <a:bodyPr/>
        <a:lstStyle/>
        <a:p>
          <a:endParaRPr lang="en-US"/>
        </a:p>
      </dgm:t>
    </dgm:pt>
    <dgm:pt modelId="{FB59A55E-05E0-4611-9D2A-7716CFB02FBD}">
      <dgm:prSet/>
      <dgm:spPr/>
      <dgm:t>
        <a:bodyPr/>
        <a:lstStyle/>
        <a:p>
          <a:r>
            <a:rPr lang="en-US" b="1"/>
            <a:t>2. Supermarket Inventory</a:t>
          </a:r>
          <a:endParaRPr lang="en-US"/>
        </a:p>
      </dgm:t>
    </dgm:pt>
    <dgm:pt modelId="{12FA1244-3D4D-41E8-BF1A-C3E314509C80}" type="parTrans" cxnId="{3D36045E-B212-4617-9786-7ED0DE34F269}">
      <dgm:prSet/>
      <dgm:spPr/>
      <dgm:t>
        <a:bodyPr/>
        <a:lstStyle/>
        <a:p>
          <a:endParaRPr lang="en-US"/>
        </a:p>
      </dgm:t>
    </dgm:pt>
    <dgm:pt modelId="{A8A46815-DC42-455F-BD5A-7066C9D17561}" type="sibTrans" cxnId="{3D36045E-B212-4617-9786-7ED0DE34F269}">
      <dgm:prSet/>
      <dgm:spPr/>
      <dgm:t>
        <a:bodyPr/>
        <a:lstStyle/>
        <a:p>
          <a:endParaRPr lang="en-US"/>
        </a:p>
      </dgm:t>
    </dgm:pt>
    <dgm:pt modelId="{BC22B826-465B-45A7-8B81-CFD8E7318B45}">
      <dgm:prSet/>
      <dgm:spPr/>
      <dgm:t>
        <a:bodyPr/>
        <a:lstStyle/>
        <a:p>
          <a:r>
            <a:rPr lang="en-US" b="1"/>
            <a:t>Analogy:</a:t>
          </a:r>
          <a:r>
            <a:rPr lang="en-US"/>
            <a:t> A supermarket tracks the products it sells, their quantities, and prices. Without organization, they wouldn’t know when to restock or update prices.</a:t>
          </a:r>
        </a:p>
      </dgm:t>
    </dgm:pt>
    <dgm:pt modelId="{02D7DCD5-1F3A-42D8-8099-602E9297D919}" type="parTrans" cxnId="{06FF76C0-813A-4A19-900F-BD9A4D5E9860}">
      <dgm:prSet/>
      <dgm:spPr/>
      <dgm:t>
        <a:bodyPr/>
        <a:lstStyle/>
        <a:p>
          <a:endParaRPr lang="en-US"/>
        </a:p>
      </dgm:t>
    </dgm:pt>
    <dgm:pt modelId="{29303AA2-5A72-4F37-A7A5-E87E3722430B}" type="sibTrans" cxnId="{06FF76C0-813A-4A19-900F-BD9A4D5E9860}">
      <dgm:prSet/>
      <dgm:spPr/>
      <dgm:t>
        <a:bodyPr/>
        <a:lstStyle/>
        <a:p>
          <a:endParaRPr lang="en-US"/>
        </a:p>
      </dgm:t>
    </dgm:pt>
    <dgm:pt modelId="{727EFC42-0616-4E22-944B-11E70BD16A01}">
      <dgm:prSet/>
      <dgm:spPr/>
      <dgm:t>
        <a:bodyPr/>
        <a:lstStyle/>
        <a:p>
          <a:r>
            <a:rPr lang="en-US" b="1"/>
            <a:t>Database Concept:</a:t>
          </a:r>
          <a:r>
            <a:rPr lang="en-US"/>
            <a:t> Inventory systems are databases that store and manage product data to ensure smooth operations.</a:t>
          </a:r>
        </a:p>
      </dgm:t>
    </dgm:pt>
    <dgm:pt modelId="{DA80C115-38A8-442C-BBC8-C2B2DBE307B6}" type="parTrans" cxnId="{7AE9D7BF-02AC-49F3-8CB1-44AC9338F218}">
      <dgm:prSet/>
      <dgm:spPr/>
      <dgm:t>
        <a:bodyPr/>
        <a:lstStyle/>
        <a:p>
          <a:endParaRPr lang="en-US"/>
        </a:p>
      </dgm:t>
    </dgm:pt>
    <dgm:pt modelId="{F588E985-1D7B-4BC4-BFCA-5DF6C425EA75}" type="sibTrans" cxnId="{7AE9D7BF-02AC-49F3-8CB1-44AC9338F218}">
      <dgm:prSet/>
      <dgm:spPr/>
      <dgm:t>
        <a:bodyPr/>
        <a:lstStyle/>
        <a:p>
          <a:endParaRPr lang="en-US"/>
        </a:p>
      </dgm:t>
    </dgm:pt>
    <dgm:pt modelId="{A0BB3C12-67CF-4330-A4F4-FFB4016250B0}" type="pres">
      <dgm:prSet presAssocID="{6A650CA2-0ADF-4DEE-A8C7-D03034526652}" presName="linear" presStyleCnt="0">
        <dgm:presLayoutVars>
          <dgm:animLvl val="lvl"/>
          <dgm:resizeHandles val="exact"/>
        </dgm:presLayoutVars>
      </dgm:prSet>
      <dgm:spPr/>
    </dgm:pt>
    <dgm:pt modelId="{212125FD-50C3-4DC8-AEBF-74BB98FB6C1B}" type="pres">
      <dgm:prSet presAssocID="{20003E3D-3911-4D5C-8F41-3BD368B3512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C6C6047-E33F-42F5-9B1B-31AD155762FC}" type="pres">
      <dgm:prSet presAssocID="{20003E3D-3911-4D5C-8F41-3BD368B35124}" presName="childText" presStyleLbl="revTx" presStyleIdx="0" presStyleCnt="2">
        <dgm:presLayoutVars>
          <dgm:bulletEnabled val="1"/>
        </dgm:presLayoutVars>
      </dgm:prSet>
      <dgm:spPr/>
    </dgm:pt>
    <dgm:pt modelId="{8D03A048-0F4C-4785-87E2-00BC6B2F92BA}" type="pres">
      <dgm:prSet presAssocID="{FB59A55E-05E0-4611-9D2A-7716CFB02FB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D103DB4-DE16-4BE4-96AB-40FB61397DF7}" type="pres">
      <dgm:prSet presAssocID="{FB59A55E-05E0-4611-9D2A-7716CFB02FB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B739112-80A3-4EA4-8E8B-BE8B74666152}" srcId="{20003E3D-3911-4D5C-8F41-3BD368B35124}" destId="{D485A026-EFB1-4708-855B-0DBC9ECA13E9}" srcOrd="1" destOrd="0" parTransId="{205DC6E0-CF72-4E68-9C98-11FCE520E29C}" sibTransId="{B6237C9C-9FF1-4553-80D4-0F8BF851ECDB}"/>
    <dgm:cxn modelId="{B044411B-F887-481D-8A16-9DCC4FA21488}" type="presOf" srcId="{2EA44998-138B-4D78-AB87-55F0454BC30D}" destId="{6C6C6047-E33F-42F5-9B1B-31AD155762FC}" srcOrd="0" destOrd="0" presId="urn:microsoft.com/office/officeart/2005/8/layout/vList2"/>
    <dgm:cxn modelId="{1EFA705B-06FB-407D-8EAB-B73A63C2D901}" type="presOf" srcId="{20003E3D-3911-4D5C-8F41-3BD368B35124}" destId="{212125FD-50C3-4DC8-AEBF-74BB98FB6C1B}" srcOrd="0" destOrd="0" presId="urn:microsoft.com/office/officeart/2005/8/layout/vList2"/>
    <dgm:cxn modelId="{3D36045E-B212-4617-9786-7ED0DE34F269}" srcId="{6A650CA2-0ADF-4DEE-A8C7-D03034526652}" destId="{FB59A55E-05E0-4611-9D2A-7716CFB02FBD}" srcOrd="1" destOrd="0" parTransId="{12FA1244-3D4D-41E8-BF1A-C3E314509C80}" sibTransId="{A8A46815-DC42-455F-BD5A-7066C9D17561}"/>
    <dgm:cxn modelId="{ACF05684-BD5D-42CA-9EE7-772D7AA9A178}" srcId="{6A650CA2-0ADF-4DEE-A8C7-D03034526652}" destId="{20003E3D-3911-4D5C-8F41-3BD368B35124}" srcOrd="0" destOrd="0" parTransId="{82188444-692E-439F-B3D6-00D626BECDB4}" sibTransId="{6E3F7DFF-AE45-4DEB-89A5-1DCBE53678D3}"/>
    <dgm:cxn modelId="{1383768D-B241-4837-9B6E-BD385E880908}" type="presOf" srcId="{D485A026-EFB1-4708-855B-0DBC9ECA13E9}" destId="{6C6C6047-E33F-42F5-9B1B-31AD155762FC}" srcOrd="0" destOrd="1" presId="urn:microsoft.com/office/officeart/2005/8/layout/vList2"/>
    <dgm:cxn modelId="{6B586EAE-EA75-4C67-AA45-BE001596DCE9}" type="presOf" srcId="{BC22B826-465B-45A7-8B81-CFD8E7318B45}" destId="{4D103DB4-DE16-4BE4-96AB-40FB61397DF7}" srcOrd="0" destOrd="0" presId="urn:microsoft.com/office/officeart/2005/8/layout/vList2"/>
    <dgm:cxn modelId="{7AE9D7BF-02AC-49F3-8CB1-44AC9338F218}" srcId="{FB59A55E-05E0-4611-9D2A-7716CFB02FBD}" destId="{727EFC42-0616-4E22-944B-11E70BD16A01}" srcOrd="1" destOrd="0" parTransId="{DA80C115-38A8-442C-BBC8-C2B2DBE307B6}" sibTransId="{F588E985-1D7B-4BC4-BFCA-5DF6C425EA75}"/>
    <dgm:cxn modelId="{06FF76C0-813A-4A19-900F-BD9A4D5E9860}" srcId="{FB59A55E-05E0-4611-9D2A-7716CFB02FBD}" destId="{BC22B826-465B-45A7-8B81-CFD8E7318B45}" srcOrd="0" destOrd="0" parTransId="{02D7DCD5-1F3A-42D8-8099-602E9297D919}" sibTransId="{29303AA2-5A72-4F37-A7A5-E87E3722430B}"/>
    <dgm:cxn modelId="{B1D6C2C8-2A58-478D-88B3-C5240FB54DFE}" type="presOf" srcId="{6A650CA2-0ADF-4DEE-A8C7-D03034526652}" destId="{A0BB3C12-67CF-4330-A4F4-FFB4016250B0}" srcOrd="0" destOrd="0" presId="urn:microsoft.com/office/officeart/2005/8/layout/vList2"/>
    <dgm:cxn modelId="{81A5B8C9-1A49-428D-BB1A-8924721FE606}" type="presOf" srcId="{FB59A55E-05E0-4611-9D2A-7716CFB02FBD}" destId="{8D03A048-0F4C-4785-87E2-00BC6B2F92BA}" srcOrd="0" destOrd="0" presId="urn:microsoft.com/office/officeart/2005/8/layout/vList2"/>
    <dgm:cxn modelId="{22F1D5E7-ADB3-49C6-B222-0C193220A11E}" srcId="{20003E3D-3911-4D5C-8F41-3BD368B35124}" destId="{2EA44998-138B-4D78-AB87-55F0454BC30D}" srcOrd="0" destOrd="0" parTransId="{E798BC20-6596-49D0-833C-CC22209048B9}" sibTransId="{8BA02F4E-7E2A-4391-8E6D-6F743794DE2F}"/>
    <dgm:cxn modelId="{BFB285F6-A0B1-4971-B3D7-F1353B446D1B}" type="presOf" srcId="{727EFC42-0616-4E22-944B-11E70BD16A01}" destId="{4D103DB4-DE16-4BE4-96AB-40FB61397DF7}" srcOrd="0" destOrd="1" presId="urn:microsoft.com/office/officeart/2005/8/layout/vList2"/>
    <dgm:cxn modelId="{9F7F64C8-A50A-445B-905A-8097736314DA}" type="presParOf" srcId="{A0BB3C12-67CF-4330-A4F4-FFB4016250B0}" destId="{212125FD-50C3-4DC8-AEBF-74BB98FB6C1B}" srcOrd="0" destOrd="0" presId="urn:microsoft.com/office/officeart/2005/8/layout/vList2"/>
    <dgm:cxn modelId="{3B8B1669-AEF9-444F-BC5B-19D05D9161FE}" type="presParOf" srcId="{A0BB3C12-67CF-4330-A4F4-FFB4016250B0}" destId="{6C6C6047-E33F-42F5-9B1B-31AD155762FC}" srcOrd="1" destOrd="0" presId="urn:microsoft.com/office/officeart/2005/8/layout/vList2"/>
    <dgm:cxn modelId="{3FB4019C-8A3C-4C6D-999D-FE90CA0CFC39}" type="presParOf" srcId="{A0BB3C12-67CF-4330-A4F4-FFB4016250B0}" destId="{8D03A048-0F4C-4785-87E2-00BC6B2F92BA}" srcOrd="2" destOrd="0" presId="urn:microsoft.com/office/officeart/2005/8/layout/vList2"/>
    <dgm:cxn modelId="{C301C546-3B7E-48ED-9924-607B27121BA4}" type="presParOf" srcId="{A0BB3C12-67CF-4330-A4F4-FFB4016250B0}" destId="{4D103DB4-DE16-4BE4-96AB-40FB61397DF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66551E-75A2-4B87-A46F-41ACD090E1C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CA0CBF3-EA9E-4315-BC47-331D3A331177}">
      <dgm:prSet/>
      <dgm:spPr/>
      <dgm:t>
        <a:bodyPr/>
        <a:lstStyle/>
        <a:p>
          <a:r>
            <a:rPr lang="en-US" b="1"/>
            <a:t>3. Online Shopping Websites</a:t>
          </a:r>
          <a:endParaRPr lang="en-US"/>
        </a:p>
      </dgm:t>
    </dgm:pt>
    <dgm:pt modelId="{7B29347D-68B7-4C8C-A161-1B552E93D13B}" type="parTrans" cxnId="{0C5D53DF-6E21-4E7F-812A-D1824A45149F}">
      <dgm:prSet/>
      <dgm:spPr/>
      <dgm:t>
        <a:bodyPr/>
        <a:lstStyle/>
        <a:p>
          <a:endParaRPr lang="en-US"/>
        </a:p>
      </dgm:t>
    </dgm:pt>
    <dgm:pt modelId="{7BAAA8F6-C2D3-40BA-8965-A212CF221FA4}" type="sibTrans" cxnId="{0C5D53DF-6E21-4E7F-812A-D1824A45149F}">
      <dgm:prSet/>
      <dgm:spPr/>
      <dgm:t>
        <a:bodyPr/>
        <a:lstStyle/>
        <a:p>
          <a:endParaRPr lang="en-US"/>
        </a:p>
      </dgm:t>
    </dgm:pt>
    <dgm:pt modelId="{9761B125-9415-4E57-8D4B-1DA79103D08F}">
      <dgm:prSet/>
      <dgm:spPr/>
      <dgm:t>
        <a:bodyPr/>
        <a:lstStyle/>
        <a:p>
          <a:r>
            <a:rPr lang="en-US" b="1"/>
            <a:t>Analogy:</a:t>
          </a:r>
          <a:r>
            <a:rPr lang="en-US"/>
            <a:t> Platforms like Amazon store data about millions of products, customers, orders, and payments.</a:t>
          </a:r>
        </a:p>
      </dgm:t>
    </dgm:pt>
    <dgm:pt modelId="{73F635C1-0DDF-48BF-BEDA-817169CEA0B6}" type="parTrans" cxnId="{4C62677D-0D59-418C-8092-342C035E13A2}">
      <dgm:prSet/>
      <dgm:spPr/>
      <dgm:t>
        <a:bodyPr/>
        <a:lstStyle/>
        <a:p>
          <a:endParaRPr lang="en-US"/>
        </a:p>
      </dgm:t>
    </dgm:pt>
    <dgm:pt modelId="{BB1BBF63-D31B-40EB-B8E2-46870263BF43}" type="sibTrans" cxnId="{4C62677D-0D59-418C-8092-342C035E13A2}">
      <dgm:prSet/>
      <dgm:spPr/>
      <dgm:t>
        <a:bodyPr/>
        <a:lstStyle/>
        <a:p>
          <a:endParaRPr lang="en-US"/>
        </a:p>
      </dgm:t>
    </dgm:pt>
    <dgm:pt modelId="{0DA168BC-A58E-4AD6-ACD4-78058D5DD6DA}">
      <dgm:prSet/>
      <dgm:spPr/>
      <dgm:t>
        <a:bodyPr/>
        <a:lstStyle/>
        <a:p>
          <a:r>
            <a:rPr lang="en-US" b="1"/>
            <a:t>Database Concept:</a:t>
          </a:r>
          <a:r>
            <a:rPr lang="en-US"/>
            <a:t> These platforms use databases to manage and retrieve product information, customer details, and order histories.</a:t>
          </a:r>
        </a:p>
      </dgm:t>
    </dgm:pt>
    <dgm:pt modelId="{B122192C-15BB-4483-9376-B6714484DD5D}" type="parTrans" cxnId="{7F143D6F-1407-4077-91AE-2CCBD1447615}">
      <dgm:prSet/>
      <dgm:spPr/>
      <dgm:t>
        <a:bodyPr/>
        <a:lstStyle/>
        <a:p>
          <a:endParaRPr lang="en-US"/>
        </a:p>
      </dgm:t>
    </dgm:pt>
    <dgm:pt modelId="{10220E37-A9DD-4327-87C2-BFF09F52B737}" type="sibTrans" cxnId="{7F143D6F-1407-4077-91AE-2CCBD1447615}">
      <dgm:prSet/>
      <dgm:spPr/>
      <dgm:t>
        <a:bodyPr/>
        <a:lstStyle/>
        <a:p>
          <a:endParaRPr lang="en-US"/>
        </a:p>
      </dgm:t>
    </dgm:pt>
    <dgm:pt modelId="{9755A063-7CA4-486A-BC7B-3DC2B2A469FC}">
      <dgm:prSet/>
      <dgm:spPr/>
      <dgm:t>
        <a:bodyPr/>
        <a:lstStyle/>
        <a:p>
          <a:r>
            <a:rPr lang="en-US" b="1"/>
            <a:t>4. Banking System</a:t>
          </a:r>
          <a:endParaRPr lang="en-US"/>
        </a:p>
      </dgm:t>
    </dgm:pt>
    <dgm:pt modelId="{9559E426-88DC-4BB8-91B6-89AE442D1684}" type="parTrans" cxnId="{C0D60F1C-50A2-4836-B5C1-B8BDF7EA3EC9}">
      <dgm:prSet/>
      <dgm:spPr/>
      <dgm:t>
        <a:bodyPr/>
        <a:lstStyle/>
        <a:p>
          <a:endParaRPr lang="en-US"/>
        </a:p>
      </dgm:t>
    </dgm:pt>
    <dgm:pt modelId="{C2CEE021-6ADC-4857-9CBC-D172E4883912}" type="sibTrans" cxnId="{C0D60F1C-50A2-4836-B5C1-B8BDF7EA3EC9}">
      <dgm:prSet/>
      <dgm:spPr/>
      <dgm:t>
        <a:bodyPr/>
        <a:lstStyle/>
        <a:p>
          <a:endParaRPr lang="en-US"/>
        </a:p>
      </dgm:t>
    </dgm:pt>
    <dgm:pt modelId="{55281F49-9090-4F55-82B4-229330BB143C}">
      <dgm:prSet/>
      <dgm:spPr/>
      <dgm:t>
        <a:bodyPr/>
        <a:lstStyle/>
        <a:p>
          <a:r>
            <a:rPr lang="en-US" b="1"/>
            <a:t>Analogy:</a:t>
          </a:r>
          <a:r>
            <a:rPr lang="en-US"/>
            <a:t> Banks store customer details, account balances, and transaction histories. Without a database, tracking these details would be impossible.</a:t>
          </a:r>
        </a:p>
      </dgm:t>
    </dgm:pt>
    <dgm:pt modelId="{9BDDAD62-2CF9-4A1D-AAF8-1DB0DAC85926}" type="parTrans" cxnId="{4C56D6C9-5EB9-423D-9711-3FEB5EF13C2B}">
      <dgm:prSet/>
      <dgm:spPr/>
      <dgm:t>
        <a:bodyPr/>
        <a:lstStyle/>
        <a:p>
          <a:endParaRPr lang="en-US"/>
        </a:p>
      </dgm:t>
    </dgm:pt>
    <dgm:pt modelId="{DB8DF4E3-7C8A-40FE-98EF-3C6AEF9DAF7D}" type="sibTrans" cxnId="{4C56D6C9-5EB9-423D-9711-3FEB5EF13C2B}">
      <dgm:prSet/>
      <dgm:spPr/>
      <dgm:t>
        <a:bodyPr/>
        <a:lstStyle/>
        <a:p>
          <a:endParaRPr lang="en-US"/>
        </a:p>
      </dgm:t>
    </dgm:pt>
    <dgm:pt modelId="{DDF228D4-8F7C-44E6-8777-D8253A27CF54}">
      <dgm:prSet/>
      <dgm:spPr/>
      <dgm:t>
        <a:bodyPr/>
        <a:lstStyle/>
        <a:p>
          <a:r>
            <a:rPr lang="en-US" b="1"/>
            <a:t>Database Concept:</a:t>
          </a:r>
          <a:r>
            <a:rPr lang="en-US"/>
            <a:t> Banking systems use databases to manage account data securely and efficiently.</a:t>
          </a:r>
        </a:p>
      </dgm:t>
    </dgm:pt>
    <dgm:pt modelId="{FA46D8ED-38D9-494F-80BF-2CE21BC581CE}" type="parTrans" cxnId="{4715BF8C-2423-4D88-837D-A6342C45E8B7}">
      <dgm:prSet/>
      <dgm:spPr/>
      <dgm:t>
        <a:bodyPr/>
        <a:lstStyle/>
        <a:p>
          <a:endParaRPr lang="en-US"/>
        </a:p>
      </dgm:t>
    </dgm:pt>
    <dgm:pt modelId="{7E4A5A57-67CB-4400-86B7-706F19008E3E}" type="sibTrans" cxnId="{4715BF8C-2423-4D88-837D-A6342C45E8B7}">
      <dgm:prSet/>
      <dgm:spPr/>
      <dgm:t>
        <a:bodyPr/>
        <a:lstStyle/>
        <a:p>
          <a:endParaRPr lang="en-US"/>
        </a:p>
      </dgm:t>
    </dgm:pt>
    <dgm:pt modelId="{F05DC8DF-BAFF-4FBF-9B43-AE381B673BA2}" type="pres">
      <dgm:prSet presAssocID="{6466551E-75A2-4B87-A46F-41ACD090E1C2}" presName="linear" presStyleCnt="0">
        <dgm:presLayoutVars>
          <dgm:animLvl val="lvl"/>
          <dgm:resizeHandles val="exact"/>
        </dgm:presLayoutVars>
      </dgm:prSet>
      <dgm:spPr/>
    </dgm:pt>
    <dgm:pt modelId="{B3166D7D-C52C-42C0-B559-3534C7315529}" type="pres">
      <dgm:prSet presAssocID="{5CA0CBF3-EA9E-4315-BC47-331D3A33117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5DA5CFB-0C84-4968-99CF-8545A21FBF4D}" type="pres">
      <dgm:prSet presAssocID="{5CA0CBF3-EA9E-4315-BC47-331D3A331177}" presName="childText" presStyleLbl="revTx" presStyleIdx="0" presStyleCnt="2">
        <dgm:presLayoutVars>
          <dgm:bulletEnabled val="1"/>
        </dgm:presLayoutVars>
      </dgm:prSet>
      <dgm:spPr/>
    </dgm:pt>
    <dgm:pt modelId="{AD51B8BF-51B9-4816-9A9C-06AB35028523}" type="pres">
      <dgm:prSet presAssocID="{9755A063-7CA4-486A-BC7B-3DC2B2A469F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AB8A135-F005-431B-9536-DD8B51DDB7DE}" type="pres">
      <dgm:prSet presAssocID="{9755A063-7CA4-486A-BC7B-3DC2B2A469F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0D60F1C-50A2-4836-B5C1-B8BDF7EA3EC9}" srcId="{6466551E-75A2-4B87-A46F-41ACD090E1C2}" destId="{9755A063-7CA4-486A-BC7B-3DC2B2A469FC}" srcOrd="1" destOrd="0" parTransId="{9559E426-88DC-4BB8-91B6-89AE442D1684}" sibTransId="{C2CEE021-6ADC-4857-9CBC-D172E4883912}"/>
    <dgm:cxn modelId="{9C95D51C-3A7C-490B-A90C-C9050E5D4DD4}" type="presOf" srcId="{6466551E-75A2-4B87-A46F-41ACD090E1C2}" destId="{F05DC8DF-BAFF-4FBF-9B43-AE381B673BA2}" srcOrd="0" destOrd="0" presId="urn:microsoft.com/office/officeart/2005/8/layout/vList2"/>
    <dgm:cxn modelId="{136BA148-23D0-4365-8911-354A2D6C2C8A}" type="presOf" srcId="{9761B125-9415-4E57-8D4B-1DA79103D08F}" destId="{E5DA5CFB-0C84-4968-99CF-8545A21FBF4D}" srcOrd="0" destOrd="0" presId="urn:microsoft.com/office/officeart/2005/8/layout/vList2"/>
    <dgm:cxn modelId="{7F143D6F-1407-4077-91AE-2CCBD1447615}" srcId="{5CA0CBF3-EA9E-4315-BC47-331D3A331177}" destId="{0DA168BC-A58E-4AD6-ACD4-78058D5DD6DA}" srcOrd="1" destOrd="0" parTransId="{B122192C-15BB-4483-9376-B6714484DD5D}" sibTransId="{10220E37-A9DD-4327-87C2-BFF09F52B737}"/>
    <dgm:cxn modelId="{8A5C1352-C97D-4C95-99F2-150B34E464AF}" type="presOf" srcId="{55281F49-9090-4F55-82B4-229330BB143C}" destId="{DAB8A135-F005-431B-9536-DD8B51DDB7DE}" srcOrd="0" destOrd="0" presId="urn:microsoft.com/office/officeart/2005/8/layout/vList2"/>
    <dgm:cxn modelId="{4C62677D-0D59-418C-8092-342C035E13A2}" srcId="{5CA0CBF3-EA9E-4315-BC47-331D3A331177}" destId="{9761B125-9415-4E57-8D4B-1DA79103D08F}" srcOrd="0" destOrd="0" parTransId="{73F635C1-0DDF-48BF-BEDA-817169CEA0B6}" sibTransId="{BB1BBF63-D31B-40EB-B8E2-46870263BF43}"/>
    <dgm:cxn modelId="{4715BF8C-2423-4D88-837D-A6342C45E8B7}" srcId="{9755A063-7CA4-486A-BC7B-3DC2B2A469FC}" destId="{DDF228D4-8F7C-44E6-8777-D8253A27CF54}" srcOrd="1" destOrd="0" parTransId="{FA46D8ED-38D9-494F-80BF-2CE21BC581CE}" sibTransId="{7E4A5A57-67CB-4400-86B7-706F19008E3E}"/>
    <dgm:cxn modelId="{B1302E8E-16B7-4F5C-AB3F-C47EB0EB5049}" type="presOf" srcId="{9755A063-7CA4-486A-BC7B-3DC2B2A469FC}" destId="{AD51B8BF-51B9-4816-9A9C-06AB35028523}" srcOrd="0" destOrd="0" presId="urn:microsoft.com/office/officeart/2005/8/layout/vList2"/>
    <dgm:cxn modelId="{EEC6BBC6-47E7-4734-A9ED-CEB64924FF36}" type="presOf" srcId="{0DA168BC-A58E-4AD6-ACD4-78058D5DD6DA}" destId="{E5DA5CFB-0C84-4968-99CF-8545A21FBF4D}" srcOrd="0" destOrd="1" presId="urn:microsoft.com/office/officeart/2005/8/layout/vList2"/>
    <dgm:cxn modelId="{4C56D6C9-5EB9-423D-9711-3FEB5EF13C2B}" srcId="{9755A063-7CA4-486A-BC7B-3DC2B2A469FC}" destId="{55281F49-9090-4F55-82B4-229330BB143C}" srcOrd="0" destOrd="0" parTransId="{9BDDAD62-2CF9-4A1D-AAF8-1DB0DAC85926}" sibTransId="{DB8DF4E3-7C8A-40FE-98EF-3C6AEF9DAF7D}"/>
    <dgm:cxn modelId="{637080CB-6F03-4270-8F44-B942B39471FA}" type="presOf" srcId="{DDF228D4-8F7C-44E6-8777-D8253A27CF54}" destId="{DAB8A135-F005-431B-9536-DD8B51DDB7DE}" srcOrd="0" destOrd="1" presId="urn:microsoft.com/office/officeart/2005/8/layout/vList2"/>
    <dgm:cxn modelId="{0C5D53DF-6E21-4E7F-812A-D1824A45149F}" srcId="{6466551E-75A2-4B87-A46F-41ACD090E1C2}" destId="{5CA0CBF3-EA9E-4315-BC47-331D3A331177}" srcOrd="0" destOrd="0" parTransId="{7B29347D-68B7-4C8C-A161-1B552E93D13B}" sibTransId="{7BAAA8F6-C2D3-40BA-8965-A212CF221FA4}"/>
    <dgm:cxn modelId="{E4F648F4-DBCB-47E8-956F-9FDD0565AE9D}" type="presOf" srcId="{5CA0CBF3-EA9E-4315-BC47-331D3A331177}" destId="{B3166D7D-C52C-42C0-B559-3534C7315529}" srcOrd="0" destOrd="0" presId="urn:microsoft.com/office/officeart/2005/8/layout/vList2"/>
    <dgm:cxn modelId="{6CA6B846-AEE0-4AAD-8E7F-19396A12BC63}" type="presParOf" srcId="{F05DC8DF-BAFF-4FBF-9B43-AE381B673BA2}" destId="{B3166D7D-C52C-42C0-B559-3534C7315529}" srcOrd="0" destOrd="0" presId="urn:microsoft.com/office/officeart/2005/8/layout/vList2"/>
    <dgm:cxn modelId="{731BCD1F-FE87-4A47-83C6-6B50855C6053}" type="presParOf" srcId="{F05DC8DF-BAFF-4FBF-9B43-AE381B673BA2}" destId="{E5DA5CFB-0C84-4968-99CF-8545A21FBF4D}" srcOrd="1" destOrd="0" presId="urn:microsoft.com/office/officeart/2005/8/layout/vList2"/>
    <dgm:cxn modelId="{85E95EBD-671A-44EF-8141-505ADE4D4874}" type="presParOf" srcId="{F05DC8DF-BAFF-4FBF-9B43-AE381B673BA2}" destId="{AD51B8BF-51B9-4816-9A9C-06AB35028523}" srcOrd="2" destOrd="0" presId="urn:microsoft.com/office/officeart/2005/8/layout/vList2"/>
    <dgm:cxn modelId="{8402CF52-41FF-422C-9A6C-8F89B8B175B0}" type="presParOf" srcId="{F05DC8DF-BAFF-4FBF-9B43-AE381B673BA2}" destId="{DAB8A135-F005-431B-9536-DD8B51DDB7D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5502235-E552-491B-8A53-E63D32DBD9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83D709C-2806-4B4B-8CDF-8933F7DAAFFE}">
      <dgm:prSet/>
      <dgm:spPr/>
      <dgm:t>
        <a:bodyPr/>
        <a:lstStyle/>
        <a:p>
          <a:r>
            <a:rPr lang="en-US"/>
            <a:t>Definition: Software that interacts with users, applications, and the database itself to store, retrieve, and analyze data.</a:t>
          </a:r>
        </a:p>
      </dgm:t>
    </dgm:pt>
    <dgm:pt modelId="{0F34E0A9-AFD7-4470-9D25-9837DEC7055A}" type="parTrans" cxnId="{59B82F3A-B2CA-421F-94D8-D1327032E73C}">
      <dgm:prSet/>
      <dgm:spPr/>
      <dgm:t>
        <a:bodyPr/>
        <a:lstStyle/>
        <a:p>
          <a:endParaRPr lang="en-US"/>
        </a:p>
      </dgm:t>
    </dgm:pt>
    <dgm:pt modelId="{9328A10E-C4C3-4142-82F1-83DC95DF5B78}" type="sibTrans" cxnId="{59B82F3A-B2CA-421F-94D8-D1327032E73C}">
      <dgm:prSet/>
      <dgm:spPr/>
      <dgm:t>
        <a:bodyPr/>
        <a:lstStyle/>
        <a:p>
          <a:endParaRPr lang="en-US"/>
        </a:p>
      </dgm:t>
    </dgm:pt>
    <dgm:pt modelId="{074545BC-58C5-4FB5-8F70-1F88954844D9}">
      <dgm:prSet/>
      <dgm:spPr/>
      <dgm:t>
        <a:bodyPr/>
        <a:lstStyle/>
        <a:p>
          <a:r>
            <a:rPr lang="en-US"/>
            <a:t>Functions of DBMS:</a:t>
          </a:r>
        </a:p>
      </dgm:t>
    </dgm:pt>
    <dgm:pt modelId="{A1261FA5-5F9C-44A2-9F43-08D66558B311}" type="parTrans" cxnId="{AED940D1-A7BE-4934-BE4B-CE7673E8F30B}">
      <dgm:prSet/>
      <dgm:spPr/>
      <dgm:t>
        <a:bodyPr/>
        <a:lstStyle/>
        <a:p>
          <a:endParaRPr lang="en-US"/>
        </a:p>
      </dgm:t>
    </dgm:pt>
    <dgm:pt modelId="{143AEBD2-FECB-48C0-8B73-E517A6DBCD48}" type="sibTrans" cxnId="{AED940D1-A7BE-4934-BE4B-CE7673E8F30B}">
      <dgm:prSet/>
      <dgm:spPr/>
      <dgm:t>
        <a:bodyPr/>
        <a:lstStyle/>
        <a:p>
          <a:endParaRPr lang="en-US"/>
        </a:p>
      </dgm:t>
    </dgm:pt>
    <dgm:pt modelId="{CE8A61EC-6D06-4B85-B8B3-2F164528C2A5}">
      <dgm:prSet/>
      <dgm:spPr/>
      <dgm:t>
        <a:bodyPr/>
        <a:lstStyle/>
        <a:p>
          <a:r>
            <a:rPr lang="en-US"/>
            <a:t>- Data storage, retrieval, and update.</a:t>
          </a:r>
        </a:p>
      </dgm:t>
    </dgm:pt>
    <dgm:pt modelId="{B0D2DFE5-0DBD-408F-9734-0A6EBD7AF340}" type="parTrans" cxnId="{71E2A89A-6162-46A3-BD6D-0D693ECD89C1}">
      <dgm:prSet/>
      <dgm:spPr/>
      <dgm:t>
        <a:bodyPr/>
        <a:lstStyle/>
        <a:p>
          <a:endParaRPr lang="en-US"/>
        </a:p>
      </dgm:t>
    </dgm:pt>
    <dgm:pt modelId="{32DA0423-1EEC-4ACA-BE27-8FCCFCEB1C3C}" type="sibTrans" cxnId="{71E2A89A-6162-46A3-BD6D-0D693ECD89C1}">
      <dgm:prSet/>
      <dgm:spPr/>
      <dgm:t>
        <a:bodyPr/>
        <a:lstStyle/>
        <a:p>
          <a:endParaRPr lang="en-US"/>
        </a:p>
      </dgm:t>
    </dgm:pt>
    <dgm:pt modelId="{81322A0C-81C8-4C41-A193-D320242E1E0F}">
      <dgm:prSet/>
      <dgm:spPr/>
      <dgm:t>
        <a:bodyPr/>
        <a:lstStyle/>
        <a:p>
          <a:r>
            <a:rPr lang="en-US"/>
            <a:t>- User and security management.</a:t>
          </a:r>
        </a:p>
      </dgm:t>
    </dgm:pt>
    <dgm:pt modelId="{2E2EC7AF-CB60-4D31-8579-EA88549FF0C4}" type="parTrans" cxnId="{40876090-CA92-4071-A22F-4DF34F3F300A}">
      <dgm:prSet/>
      <dgm:spPr/>
      <dgm:t>
        <a:bodyPr/>
        <a:lstStyle/>
        <a:p>
          <a:endParaRPr lang="en-US"/>
        </a:p>
      </dgm:t>
    </dgm:pt>
    <dgm:pt modelId="{29D0A949-1B69-48CF-B737-45F38BB07CB6}" type="sibTrans" cxnId="{40876090-CA92-4071-A22F-4DF34F3F300A}">
      <dgm:prSet/>
      <dgm:spPr/>
      <dgm:t>
        <a:bodyPr/>
        <a:lstStyle/>
        <a:p>
          <a:endParaRPr lang="en-US"/>
        </a:p>
      </dgm:t>
    </dgm:pt>
    <dgm:pt modelId="{270822B2-7808-459A-A2A3-B11555D972D1}">
      <dgm:prSet/>
      <dgm:spPr/>
      <dgm:t>
        <a:bodyPr/>
        <a:lstStyle/>
        <a:p>
          <a:r>
            <a:rPr lang="en-US"/>
            <a:t>- Data integrity and transaction management.</a:t>
          </a:r>
        </a:p>
      </dgm:t>
    </dgm:pt>
    <dgm:pt modelId="{A876A7A7-9023-4F96-8CAA-52BD0902128B}" type="parTrans" cxnId="{D217A62F-453E-4CB3-B547-9A2215478BDD}">
      <dgm:prSet/>
      <dgm:spPr/>
      <dgm:t>
        <a:bodyPr/>
        <a:lstStyle/>
        <a:p>
          <a:endParaRPr lang="en-US"/>
        </a:p>
      </dgm:t>
    </dgm:pt>
    <dgm:pt modelId="{5A7DC3E4-7ED6-45C6-B902-E371E02DFB49}" type="sibTrans" cxnId="{D217A62F-453E-4CB3-B547-9A2215478BDD}">
      <dgm:prSet/>
      <dgm:spPr/>
      <dgm:t>
        <a:bodyPr/>
        <a:lstStyle/>
        <a:p>
          <a:endParaRPr lang="en-US"/>
        </a:p>
      </dgm:t>
    </dgm:pt>
    <dgm:pt modelId="{F302BF07-2D38-4B79-86AD-43DBF2351346}" type="pres">
      <dgm:prSet presAssocID="{05502235-E552-491B-8A53-E63D32DBD98D}" presName="root" presStyleCnt="0">
        <dgm:presLayoutVars>
          <dgm:dir/>
          <dgm:resizeHandles val="exact"/>
        </dgm:presLayoutVars>
      </dgm:prSet>
      <dgm:spPr/>
    </dgm:pt>
    <dgm:pt modelId="{16EC8EC7-1C59-4DDF-806B-54A929D0344F}" type="pres">
      <dgm:prSet presAssocID="{D83D709C-2806-4B4B-8CDF-8933F7DAAFFE}" presName="compNode" presStyleCnt="0"/>
      <dgm:spPr/>
    </dgm:pt>
    <dgm:pt modelId="{2109C827-AB15-4F63-BBA4-1DD5E52D737C}" type="pres">
      <dgm:prSet presAssocID="{D83D709C-2806-4B4B-8CDF-8933F7DAAFFE}" presName="bgRect" presStyleLbl="bgShp" presStyleIdx="0" presStyleCnt="5"/>
      <dgm:spPr/>
    </dgm:pt>
    <dgm:pt modelId="{CADD401E-1399-4F52-8863-E08ED31025E3}" type="pres">
      <dgm:prSet presAssocID="{D83D709C-2806-4B4B-8CDF-8933F7DAAFF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41A223FB-9F7E-4FD0-9934-1DC3B82AD4B1}" type="pres">
      <dgm:prSet presAssocID="{D83D709C-2806-4B4B-8CDF-8933F7DAAFFE}" presName="spaceRect" presStyleCnt="0"/>
      <dgm:spPr/>
    </dgm:pt>
    <dgm:pt modelId="{D5A9706C-6039-4EE3-9735-E3BEAFBDF0B6}" type="pres">
      <dgm:prSet presAssocID="{D83D709C-2806-4B4B-8CDF-8933F7DAAFFE}" presName="parTx" presStyleLbl="revTx" presStyleIdx="0" presStyleCnt="5">
        <dgm:presLayoutVars>
          <dgm:chMax val="0"/>
          <dgm:chPref val="0"/>
        </dgm:presLayoutVars>
      </dgm:prSet>
      <dgm:spPr/>
    </dgm:pt>
    <dgm:pt modelId="{76385815-4CFE-48E0-B5C7-0420A8214868}" type="pres">
      <dgm:prSet presAssocID="{9328A10E-C4C3-4142-82F1-83DC95DF5B78}" presName="sibTrans" presStyleCnt="0"/>
      <dgm:spPr/>
    </dgm:pt>
    <dgm:pt modelId="{3E9AC62A-5F4D-4104-8EFE-B6E9D5E2D033}" type="pres">
      <dgm:prSet presAssocID="{074545BC-58C5-4FB5-8F70-1F88954844D9}" presName="compNode" presStyleCnt="0"/>
      <dgm:spPr/>
    </dgm:pt>
    <dgm:pt modelId="{B35FD5D1-9211-4159-B920-0DCEA9453627}" type="pres">
      <dgm:prSet presAssocID="{074545BC-58C5-4FB5-8F70-1F88954844D9}" presName="bgRect" presStyleLbl="bgShp" presStyleIdx="1" presStyleCnt="5"/>
      <dgm:spPr/>
    </dgm:pt>
    <dgm:pt modelId="{2E22B9D2-3401-47C6-B405-FBA25DA9E70F}" type="pres">
      <dgm:prSet presAssocID="{074545BC-58C5-4FB5-8F70-1F88954844D9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046DDF72-43EE-419D-8749-3611E35E35BF}" type="pres">
      <dgm:prSet presAssocID="{074545BC-58C5-4FB5-8F70-1F88954844D9}" presName="spaceRect" presStyleCnt="0"/>
      <dgm:spPr/>
    </dgm:pt>
    <dgm:pt modelId="{1CD78CC4-30A8-473C-A632-ACF6B180754B}" type="pres">
      <dgm:prSet presAssocID="{074545BC-58C5-4FB5-8F70-1F88954844D9}" presName="parTx" presStyleLbl="revTx" presStyleIdx="1" presStyleCnt="5">
        <dgm:presLayoutVars>
          <dgm:chMax val="0"/>
          <dgm:chPref val="0"/>
        </dgm:presLayoutVars>
      </dgm:prSet>
      <dgm:spPr/>
    </dgm:pt>
    <dgm:pt modelId="{AEF1CFCF-407F-4D36-8A53-1C958435DFE4}" type="pres">
      <dgm:prSet presAssocID="{143AEBD2-FECB-48C0-8B73-E517A6DBCD48}" presName="sibTrans" presStyleCnt="0"/>
      <dgm:spPr/>
    </dgm:pt>
    <dgm:pt modelId="{AFD33C0D-553E-4F9E-AA74-FB866F7DCB4A}" type="pres">
      <dgm:prSet presAssocID="{CE8A61EC-6D06-4B85-B8B3-2F164528C2A5}" presName="compNode" presStyleCnt="0"/>
      <dgm:spPr/>
    </dgm:pt>
    <dgm:pt modelId="{53030448-E949-47A7-A859-B471278EE915}" type="pres">
      <dgm:prSet presAssocID="{CE8A61EC-6D06-4B85-B8B3-2F164528C2A5}" presName="bgRect" presStyleLbl="bgShp" presStyleIdx="2" presStyleCnt="5"/>
      <dgm:spPr/>
    </dgm:pt>
    <dgm:pt modelId="{8BB94DA3-C2C6-4930-BD90-C9264241CCDD}" type="pres">
      <dgm:prSet presAssocID="{CE8A61EC-6D06-4B85-B8B3-2F164528C2A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2FB879F-E22C-43C7-B82B-F0BCC42338F5}" type="pres">
      <dgm:prSet presAssocID="{CE8A61EC-6D06-4B85-B8B3-2F164528C2A5}" presName="spaceRect" presStyleCnt="0"/>
      <dgm:spPr/>
    </dgm:pt>
    <dgm:pt modelId="{1E530C01-5D7C-46D4-AC56-B0D9BF217955}" type="pres">
      <dgm:prSet presAssocID="{CE8A61EC-6D06-4B85-B8B3-2F164528C2A5}" presName="parTx" presStyleLbl="revTx" presStyleIdx="2" presStyleCnt="5">
        <dgm:presLayoutVars>
          <dgm:chMax val="0"/>
          <dgm:chPref val="0"/>
        </dgm:presLayoutVars>
      </dgm:prSet>
      <dgm:spPr/>
    </dgm:pt>
    <dgm:pt modelId="{46062B75-E2AA-4107-B9D8-24EF97303F1A}" type="pres">
      <dgm:prSet presAssocID="{32DA0423-1EEC-4ACA-BE27-8FCCFCEB1C3C}" presName="sibTrans" presStyleCnt="0"/>
      <dgm:spPr/>
    </dgm:pt>
    <dgm:pt modelId="{5A56C3F0-50C8-4654-B0E7-C7488DEFE575}" type="pres">
      <dgm:prSet presAssocID="{81322A0C-81C8-4C41-A193-D320242E1E0F}" presName="compNode" presStyleCnt="0"/>
      <dgm:spPr/>
    </dgm:pt>
    <dgm:pt modelId="{E9F353FA-4F1E-44FA-B5B6-FBB0A2AB12B3}" type="pres">
      <dgm:prSet presAssocID="{81322A0C-81C8-4C41-A193-D320242E1E0F}" presName="bgRect" presStyleLbl="bgShp" presStyleIdx="3" presStyleCnt="5"/>
      <dgm:spPr/>
    </dgm:pt>
    <dgm:pt modelId="{BEC9A94E-60DB-4DCB-ACD0-BEB2F6B5FDE5}" type="pres">
      <dgm:prSet presAssocID="{81322A0C-81C8-4C41-A193-D320242E1E0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6954050E-8DD5-403A-874C-13A047FF395C}" type="pres">
      <dgm:prSet presAssocID="{81322A0C-81C8-4C41-A193-D320242E1E0F}" presName="spaceRect" presStyleCnt="0"/>
      <dgm:spPr/>
    </dgm:pt>
    <dgm:pt modelId="{FF78EEF7-CC71-421D-AF21-C672A022FDA1}" type="pres">
      <dgm:prSet presAssocID="{81322A0C-81C8-4C41-A193-D320242E1E0F}" presName="parTx" presStyleLbl="revTx" presStyleIdx="3" presStyleCnt="5">
        <dgm:presLayoutVars>
          <dgm:chMax val="0"/>
          <dgm:chPref val="0"/>
        </dgm:presLayoutVars>
      </dgm:prSet>
      <dgm:spPr/>
    </dgm:pt>
    <dgm:pt modelId="{3953996C-94C1-480B-A6E9-DC80B22E5E8F}" type="pres">
      <dgm:prSet presAssocID="{29D0A949-1B69-48CF-B737-45F38BB07CB6}" presName="sibTrans" presStyleCnt="0"/>
      <dgm:spPr/>
    </dgm:pt>
    <dgm:pt modelId="{9712AF26-304F-4684-8C70-479EB83A4E16}" type="pres">
      <dgm:prSet presAssocID="{270822B2-7808-459A-A2A3-B11555D972D1}" presName="compNode" presStyleCnt="0"/>
      <dgm:spPr/>
    </dgm:pt>
    <dgm:pt modelId="{77BFF666-4B8A-4403-9939-2FC2C748ABB2}" type="pres">
      <dgm:prSet presAssocID="{270822B2-7808-459A-A2A3-B11555D972D1}" presName="bgRect" presStyleLbl="bgShp" presStyleIdx="4" presStyleCnt="5"/>
      <dgm:spPr/>
    </dgm:pt>
    <dgm:pt modelId="{877F0B2A-2FE8-48E5-AA21-820325725589}" type="pres">
      <dgm:prSet presAssocID="{270822B2-7808-459A-A2A3-B11555D972D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8EA39A7B-4A4F-4CDD-AB31-F418EE59DD02}" type="pres">
      <dgm:prSet presAssocID="{270822B2-7808-459A-A2A3-B11555D972D1}" presName="spaceRect" presStyleCnt="0"/>
      <dgm:spPr/>
    </dgm:pt>
    <dgm:pt modelId="{A30F6220-3EFD-4C5D-AD92-F00E4BC11C89}" type="pres">
      <dgm:prSet presAssocID="{270822B2-7808-459A-A2A3-B11555D972D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B07D3517-4474-4ED1-9065-8B493C07FDE3}" type="presOf" srcId="{074545BC-58C5-4FB5-8F70-1F88954844D9}" destId="{1CD78CC4-30A8-473C-A632-ACF6B180754B}" srcOrd="0" destOrd="0" presId="urn:microsoft.com/office/officeart/2018/2/layout/IconVerticalSolidList"/>
    <dgm:cxn modelId="{D217A62F-453E-4CB3-B547-9A2215478BDD}" srcId="{05502235-E552-491B-8A53-E63D32DBD98D}" destId="{270822B2-7808-459A-A2A3-B11555D972D1}" srcOrd="4" destOrd="0" parTransId="{A876A7A7-9023-4F96-8CAA-52BD0902128B}" sibTransId="{5A7DC3E4-7ED6-45C6-B902-E371E02DFB49}"/>
    <dgm:cxn modelId="{8AC86C35-32CF-4B34-A89F-08FC8A9A094E}" type="presOf" srcId="{05502235-E552-491B-8A53-E63D32DBD98D}" destId="{F302BF07-2D38-4B79-86AD-43DBF2351346}" srcOrd="0" destOrd="0" presId="urn:microsoft.com/office/officeart/2018/2/layout/IconVerticalSolidList"/>
    <dgm:cxn modelId="{59B82F3A-B2CA-421F-94D8-D1327032E73C}" srcId="{05502235-E552-491B-8A53-E63D32DBD98D}" destId="{D83D709C-2806-4B4B-8CDF-8933F7DAAFFE}" srcOrd="0" destOrd="0" parTransId="{0F34E0A9-AFD7-4470-9D25-9837DEC7055A}" sibTransId="{9328A10E-C4C3-4142-82F1-83DC95DF5B78}"/>
    <dgm:cxn modelId="{40876090-CA92-4071-A22F-4DF34F3F300A}" srcId="{05502235-E552-491B-8A53-E63D32DBD98D}" destId="{81322A0C-81C8-4C41-A193-D320242E1E0F}" srcOrd="3" destOrd="0" parTransId="{2E2EC7AF-CB60-4D31-8579-EA88549FF0C4}" sibTransId="{29D0A949-1B69-48CF-B737-45F38BB07CB6}"/>
    <dgm:cxn modelId="{71E2A89A-6162-46A3-BD6D-0D693ECD89C1}" srcId="{05502235-E552-491B-8A53-E63D32DBD98D}" destId="{CE8A61EC-6D06-4B85-B8B3-2F164528C2A5}" srcOrd="2" destOrd="0" parTransId="{B0D2DFE5-0DBD-408F-9734-0A6EBD7AF340}" sibTransId="{32DA0423-1EEC-4ACA-BE27-8FCCFCEB1C3C}"/>
    <dgm:cxn modelId="{57729E9B-9D56-4589-9BFA-6ADDB22A08A8}" type="presOf" srcId="{270822B2-7808-459A-A2A3-B11555D972D1}" destId="{A30F6220-3EFD-4C5D-AD92-F00E4BC11C89}" srcOrd="0" destOrd="0" presId="urn:microsoft.com/office/officeart/2018/2/layout/IconVerticalSolidList"/>
    <dgm:cxn modelId="{B1284B9C-2FFE-4BDF-BE0A-4DE254421E41}" type="presOf" srcId="{CE8A61EC-6D06-4B85-B8B3-2F164528C2A5}" destId="{1E530C01-5D7C-46D4-AC56-B0D9BF217955}" srcOrd="0" destOrd="0" presId="urn:microsoft.com/office/officeart/2018/2/layout/IconVerticalSolidList"/>
    <dgm:cxn modelId="{AED940D1-A7BE-4934-BE4B-CE7673E8F30B}" srcId="{05502235-E552-491B-8A53-E63D32DBD98D}" destId="{074545BC-58C5-4FB5-8F70-1F88954844D9}" srcOrd="1" destOrd="0" parTransId="{A1261FA5-5F9C-44A2-9F43-08D66558B311}" sibTransId="{143AEBD2-FECB-48C0-8B73-E517A6DBCD48}"/>
    <dgm:cxn modelId="{D5B2F4DE-7B82-43CE-8DDD-CB3A3B0926DA}" type="presOf" srcId="{D83D709C-2806-4B4B-8CDF-8933F7DAAFFE}" destId="{D5A9706C-6039-4EE3-9735-E3BEAFBDF0B6}" srcOrd="0" destOrd="0" presId="urn:microsoft.com/office/officeart/2018/2/layout/IconVerticalSolidList"/>
    <dgm:cxn modelId="{94DBD2F5-FC5F-45CA-98DF-DC6A9BC4DAC2}" type="presOf" srcId="{81322A0C-81C8-4C41-A193-D320242E1E0F}" destId="{FF78EEF7-CC71-421D-AF21-C672A022FDA1}" srcOrd="0" destOrd="0" presId="urn:microsoft.com/office/officeart/2018/2/layout/IconVerticalSolidList"/>
    <dgm:cxn modelId="{81BF72BC-0FEF-4F3B-9710-30DE7DB1C8DD}" type="presParOf" srcId="{F302BF07-2D38-4B79-86AD-43DBF2351346}" destId="{16EC8EC7-1C59-4DDF-806B-54A929D0344F}" srcOrd="0" destOrd="0" presId="urn:microsoft.com/office/officeart/2018/2/layout/IconVerticalSolidList"/>
    <dgm:cxn modelId="{D6E94C57-BF58-43DD-804F-85B3E9831C7A}" type="presParOf" srcId="{16EC8EC7-1C59-4DDF-806B-54A929D0344F}" destId="{2109C827-AB15-4F63-BBA4-1DD5E52D737C}" srcOrd="0" destOrd="0" presId="urn:microsoft.com/office/officeart/2018/2/layout/IconVerticalSolidList"/>
    <dgm:cxn modelId="{EF49466F-6ECE-4CB1-976D-F05911CEA805}" type="presParOf" srcId="{16EC8EC7-1C59-4DDF-806B-54A929D0344F}" destId="{CADD401E-1399-4F52-8863-E08ED31025E3}" srcOrd="1" destOrd="0" presId="urn:microsoft.com/office/officeart/2018/2/layout/IconVerticalSolidList"/>
    <dgm:cxn modelId="{0E14678A-C826-4485-8F98-A40273425BDA}" type="presParOf" srcId="{16EC8EC7-1C59-4DDF-806B-54A929D0344F}" destId="{41A223FB-9F7E-4FD0-9934-1DC3B82AD4B1}" srcOrd="2" destOrd="0" presId="urn:microsoft.com/office/officeart/2018/2/layout/IconVerticalSolidList"/>
    <dgm:cxn modelId="{78B4E3B1-D098-478B-B72B-6C5AA2231019}" type="presParOf" srcId="{16EC8EC7-1C59-4DDF-806B-54A929D0344F}" destId="{D5A9706C-6039-4EE3-9735-E3BEAFBDF0B6}" srcOrd="3" destOrd="0" presId="urn:microsoft.com/office/officeart/2018/2/layout/IconVerticalSolidList"/>
    <dgm:cxn modelId="{3DF1D377-9C80-4606-9D71-B41E93C0D483}" type="presParOf" srcId="{F302BF07-2D38-4B79-86AD-43DBF2351346}" destId="{76385815-4CFE-48E0-B5C7-0420A8214868}" srcOrd="1" destOrd="0" presId="urn:microsoft.com/office/officeart/2018/2/layout/IconVerticalSolidList"/>
    <dgm:cxn modelId="{594C9E44-DDAD-4076-A4ED-A4FEDA56B93C}" type="presParOf" srcId="{F302BF07-2D38-4B79-86AD-43DBF2351346}" destId="{3E9AC62A-5F4D-4104-8EFE-B6E9D5E2D033}" srcOrd="2" destOrd="0" presId="urn:microsoft.com/office/officeart/2018/2/layout/IconVerticalSolidList"/>
    <dgm:cxn modelId="{6B58936B-62CA-40CD-B0A1-55A959049E0F}" type="presParOf" srcId="{3E9AC62A-5F4D-4104-8EFE-B6E9D5E2D033}" destId="{B35FD5D1-9211-4159-B920-0DCEA9453627}" srcOrd="0" destOrd="0" presId="urn:microsoft.com/office/officeart/2018/2/layout/IconVerticalSolidList"/>
    <dgm:cxn modelId="{8A9BE49A-589E-42F6-9569-32E2A848919F}" type="presParOf" srcId="{3E9AC62A-5F4D-4104-8EFE-B6E9D5E2D033}" destId="{2E22B9D2-3401-47C6-B405-FBA25DA9E70F}" srcOrd="1" destOrd="0" presId="urn:microsoft.com/office/officeart/2018/2/layout/IconVerticalSolidList"/>
    <dgm:cxn modelId="{9E04CF40-8D4C-46CB-93E6-AB06D422D065}" type="presParOf" srcId="{3E9AC62A-5F4D-4104-8EFE-B6E9D5E2D033}" destId="{046DDF72-43EE-419D-8749-3611E35E35BF}" srcOrd="2" destOrd="0" presId="urn:microsoft.com/office/officeart/2018/2/layout/IconVerticalSolidList"/>
    <dgm:cxn modelId="{9CB4B434-13F8-4B6B-ABEE-7CF99AB0C146}" type="presParOf" srcId="{3E9AC62A-5F4D-4104-8EFE-B6E9D5E2D033}" destId="{1CD78CC4-30A8-473C-A632-ACF6B180754B}" srcOrd="3" destOrd="0" presId="urn:microsoft.com/office/officeart/2018/2/layout/IconVerticalSolidList"/>
    <dgm:cxn modelId="{63089E9A-A313-40C9-B4B3-B4F9D22C558D}" type="presParOf" srcId="{F302BF07-2D38-4B79-86AD-43DBF2351346}" destId="{AEF1CFCF-407F-4D36-8A53-1C958435DFE4}" srcOrd="3" destOrd="0" presId="urn:microsoft.com/office/officeart/2018/2/layout/IconVerticalSolidList"/>
    <dgm:cxn modelId="{F4616920-480C-4ACF-953C-5218AC1F1705}" type="presParOf" srcId="{F302BF07-2D38-4B79-86AD-43DBF2351346}" destId="{AFD33C0D-553E-4F9E-AA74-FB866F7DCB4A}" srcOrd="4" destOrd="0" presId="urn:microsoft.com/office/officeart/2018/2/layout/IconVerticalSolidList"/>
    <dgm:cxn modelId="{4BB5EEB5-56D7-428D-8BD1-D789125CDA10}" type="presParOf" srcId="{AFD33C0D-553E-4F9E-AA74-FB866F7DCB4A}" destId="{53030448-E949-47A7-A859-B471278EE915}" srcOrd="0" destOrd="0" presId="urn:microsoft.com/office/officeart/2018/2/layout/IconVerticalSolidList"/>
    <dgm:cxn modelId="{42163666-12DD-44D6-8F1D-2B6EFFCD0A52}" type="presParOf" srcId="{AFD33C0D-553E-4F9E-AA74-FB866F7DCB4A}" destId="{8BB94DA3-C2C6-4930-BD90-C9264241CCDD}" srcOrd="1" destOrd="0" presId="urn:microsoft.com/office/officeart/2018/2/layout/IconVerticalSolidList"/>
    <dgm:cxn modelId="{47DF928B-B8DB-4E5D-98BE-FC3489263BDA}" type="presParOf" srcId="{AFD33C0D-553E-4F9E-AA74-FB866F7DCB4A}" destId="{02FB879F-E22C-43C7-B82B-F0BCC42338F5}" srcOrd="2" destOrd="0" presId="urn:microsoft.com/office/officeart/2018/2/layout/IconVerticalSolidList"/>
    <dgm:cxn modelId="{261B4D49-991A-458C-8B30-D6D341F12847}" type="presParOf" srcId="{AFD33C0D-553E-4F9E-AA74-FB866F7DCB4A}" destId="{1E530C01-5D7C-46D4-AC56-B0D9BF217955}" srcOrd="3" destOrd="0" presId="urn:microsoft.com/office/officeart/2018/2/layout/IconVerticalSolidList"/>
    <dgm:cxn modelId="{EB8AF27C-B207-4CF2-B085-213DA822FB28}" type="presParOf" srcId="{F302BF07-2D38-4B79-86AD-43DBF2351346}" destId="{46062B75-E2AA-4107-B9D8-24EF97303F1A}" srcOrd="5" destOrd="0" presId="urn:microsoft.com/office/officeart/2018/2/layout/IconVerticalSolidList"/>
    <dgm:cxn modelId="{B8203FA9-6CD3-4A56-8B21-29ADE63B9695}" type="presParOf" srcId="{F302BF07-2D38-4B79-86AD-43DBF2351346}" destId="{5A56C3F0-50C8-4654-B0E7-C7488DEFE575}" srcOrd="6" destOrd="0" presId="urn:microsoft.com/office/officeart/2018/2/layout/IconVerticalSolidList"/>
    <dgm:cxn modelId="{66A95DBF-047F-4BDD-80AD-8DF3FFD1F10C}" type="presParOf" srcId="{5A56C3F0-50C8-4654-B0E7-C7488DEFE575}" destId="{E9F353FA-4F1E-44FA-B5B6-FBB0A2AB12B3}" srcOrd="0" destOrd="0" presId="urn:microsoft.com/office/officeart/2018/2/layout/IconVerticalSolidList"/>
    <dgm:cxn modelId="{97ABA1AA-DB8A-4FFC-84F9-E3D2CFD17FAC}" type="presParOf" srcId="{5A56C3F0-50C8-4654-B0E7-C7488DEFE575}" destId="{BEC9A94E-60DB-4DCB-ACD0-BEB2F6B5FDE5}" srcOrd="1" destOrd="0" presId="urn:microsoft.com/office/officeart/2018/2/layout/IconVerticalSolidList"/>
    <dgm:cxn modelId="{F61FCEC1-D039-46BF-A72C-D8F1E737D7A1}" type="presParOf" srcId="{5A56C3F0-50C8-4654-B0E7-C7488DEFE575}" destId="{6954050E-8DD5-403A-874C-13A047FF395C}" srcOrd="2" destOrd="0" presId="urn:microsoft.com/office/officeart/2018/2/layout/IconVerticalSolidList"/>
    <dgm:cxn modelId="{0048EB5B-7D81-4984-8E5B-B3D6D6AEBA10}" type="presParOf" srcId="{5A56C3F0-50C8-4654-B0E7-C7488DEFE575}" destId="{FF78EEF7-CC71-421D-AF21-C672A022FDA1}" srcOrd="3" destOrd="0" presId="urn:microsoft.com/office/officeart/2018/2/layout/IconVerticalSolidList"/>
    <dgm:cxn modelId="{959BE4E0-2261-47ED-A3E1-D2B9D3A7BC4C}" type="presParOf" srcId="{F302BF07-2D38-4B79-86AD-43DBF2351346}" destId="{3953996C-94C1-480B-A6E9-DC80B22E5E8F}" srcOrd="7" destOrd="0" presId="urn:microsoft.com/office/officeart/2018/2/layout/IconVerticalSolidList"/>
    <dgm:cxn modelId="{CAE0F991-181B-42EF-B151-0D8298B7E1FA}" type="presParOf" srcId="{F302BF07-2D38-4B79-86AD-43DBF2351346}" destId="{9712AF26-304F-4684-8C70-479EB83A4E16}" srcOrd="8" destOrd="0" presId="urn:microsoft.com/office/officeart/2018/2/layout/IconVerticalSolidList"/>
    <dgm:cxn modelId="{F9EA1BB6-8DCF-4034-859D-47D2C5EFDCAB}" type="presParOf" srcId="{9712AF26-304F-4684-8C70-479EB83A4E16}" destId="{77BFF666-4B8A-4403-9939-2FC2C748ABB2}" srcOrd="0" destOrd="0" presId="urn:microsoft.com/office/officeart/2018/2/layout/IconVerticalSolidList"/>
    <dgm:cxn modelId="{70A5FFE7-521F-4DD9-849B-A974B6407272}" type="presParOf" srcId="{9712AF26-304F-4684-8C70-479EB83A4E16}" destId="{877F0B2A-2FE8-48E5-AA21-820325725589}" srcOrd="1" destOrd="0" presId="urn:microsoft.com/office/officeart/2018/2/layout/IconVerticalSolidList"/>
    <dgm:cxn modelId="{DBD5FF5C-C24D-4F84-AC5A-A09B20B8635B}" type="presParOf" srcId="{9712AF26-304F-4684-8C70-479EB83A4E16}" destId="{8EA39A7B-4A4F-4CDD-AB31-F418EE59DD02}" srcOrd="2" destOrd="0" presId="urn:microsoft.com/office/officeart/2018/2/layout/IconVerticalSolidList"/>
    <dgm:cxn modelId="{32A13643-03A6-4417-898E-4DB04C4D4D06}" type="presParOf" srcId="{9712AF26-304F-4684-8C70-479EB83A4E16}" destId="{A30F6220-3EFD-4C5D-AD92-F00E4BC11C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A8C6FC7-A4DF-4389-9BEA-7AE33FC86B3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933532B-7527-4B2A-9270-289BB02574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MySQL: Open-source RDBMS, commonly used for web applications.</a:t>
          </a:r>
        </a:p>
      </dgm:t>
    </dgm:pt>
    <dgm:pt modelId="{2E47B8EB-4E09-40C7-9829-7BB71D44082D}" type="parTrans" cxnId="{152306C7-E09B-4441-AD82-C2EB74FE03DC}">
      <dgm:prSet/>
      <dgm:spPr/>
      <dgm:t>
        <a:bodyPr/>
        <a:lstStyle/>
        <a:p>
          <a:endParaRPr lang="en-US"/>
        </a:p>
      </dgm:t>
    </dgm:pt>
    <dgm:pt modelId="{7FF7EA5E-5AE1-4A92-BFD1-2A3E16BFB406}" type="sibTrans" cxnId="{152306C7-E09B-4441-AD82-C2EB74FE03DC}">
      <dgm:prSet/>
      <dgm:spPr/>
      <dgm:t>
        <a:bodyPr/>
        <a:lstStyle/>
        <a:p>
          <a:endParaRPr lang="en-US"/>
        </a:p>
      </dgm:t>
    </dgm:pt>
    <dgm:pt modelId="{58675401-CDEF-4FF9-B70C-0FC2EC7AB4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PostgreSQL: Advanced RDBMS with strong community support.</a:t>
          </a:r>
        </a:p>
      </dgm:t>
    </dgm:pt>
    <dgm:pt modelId="{5517964F-406D-4182-8B28-3654D42BC3CD}" type="parTrans" cxnId="{70F8EC2C-8F3A-4B6D-8CEE-5F81E800E0CD}">
      <dgm:prSet/>
      <dgm:spPr/>
      <dgm:t>
        <a:bodyPr/>
        <a:lstStyle/>
        <a:p>
          <a:endParaRPr lang="en-US"/>
        </a:p>
      </dgm:t>
    </dgm:pt>
    <dgm:pt modelId="{A96595F1-85EF-4E31-BD77-C64A78C2C147}" type="sibTrans" cxnId="{70F8EC2C-8F3A-4B6D-8CEE-5F81E800E0CD}">
      <dgm:prSet/>
      <dgm:spPr/>
      <dgm:t>
        <a:bodyPr/>
        <a:lstStyle/>
        <a:p>
          <a:endParaRPr lang="en-US"/>
        </a:p>
      </dgm:t>
    </dgm:pt>
    <dgm:pt modelId="{3BAC44C4-3388-4E75-B080-FF51228CAF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MongoDB: A NoSQL database ideal for unstructured data.</a:t>
          </a:r>
        </a:p>
      </dgm:t>
    </dgm:pt>
    <dgm:pt modelId="{131894FE-C360-490A-BA36-5A542C211300}" type="parTrans" cxnId="{522847F0-5AAD-49E6-BEDD-154BFD7BFB9C}">
      <dgm:prSet/>
      <dgm:spPr/>
      <dgm:t>
        <a:bodyPr/>
        <a:lstStyle/>
        <a:p>
          <a:endParaRPr lang="en-US"/>
        </a:p>
      </dgm:t>
    </dgm:pt>
    <dgm:pt modelId="{C2A4D1B8-4B21-4539-8C8C-91D6C5D36450}" type="sibTrans" cxnId="{522847F0-5AAD-49E6-BEDD-154BFD7BFB9C}">
      <dgm:prSet/>
      <dgm:spPr/>
      <dgm:t>
        <a:bodyPr/>
        <a:lstStyle/>
        <a:p>
          <a:endParaRPr lang="en-US"/>
        </a:p>
      </dgm:t>
    </dgm:pt>
    <dgm:pt modelId="{5DB02D9D-A15B-4563-A993-CD7319B217AA}" type="pres">
      <dgm:prSet presAssocID="{FA8C6FC7-A4DF-4389-9BEA-7AE33FC86B30}" presName="root" presStyleCnt="0">
        <dgm:presLayoutVars>
          <dgm:dir/>
          <dgm:resizeHandles val="exact"/>
        </dgm:presLayoutVars>
      </dgm:prSet>
      <dgm:spPr/>
    </dgm:pt>
    <dgm:pt modelId="{D728072A-8979-45E1-B86A-63B94A1E346C}" type="pres">
      <dgm:prSet presAssocID="{B933532B-7527-4B2A-9270-289BB02574BF}" presName="compNode" presStyleCnt="0"/>
      <dgm:spPr/>
    </dgm:pt>
    <dgm:pt modelId="{A321CC8F-D951-433E-A4B4-108829D7032A}" type="pres">
      <dgm:prSet presAssocID="{B933532B-7527-4B2A-9270-289BB02574BF}" presName="bgRect" presStyleLbl="bgShp" presStyleIdx="0" presStyleCnt="3"/>
      <dgm:spPr/>
    </dgm:pt>
    <dgm:pt modelId="{4A8A41AB-BE45-4DFA-93B9-EEDA46E5CB2F}" type="pres">
      <dgm:prSet presAssocID="{B933532B-7527-4B2A-9270-289BB02574B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F5470AD-1919-4D34-AF21-FBE44FEB7798}" type="pres">
      <dgm:prSet presAssocID="{B933532B-7527-4B2A-9270-289BB02574BF}" presName="spaceRect" presStyleCnt="0"/>
      <dgm:spPr/>
    </dgm:pt>
    <dgm:pt modelId="{08BD736D-47DB-4208-9165-984E9D97D7B0}" type="pres">
      <dgm:prSet presAssocID="{B933532B-7527-4B2A-9270-289BB02574BF}" presName="parTx" presStyleLbl="revTx" presStyleIdx="0" presStyleCnt="3">
        <dgm:presLayoutVars>
          <dgm:chMax val="0"/>
          <dgm:chPref val="0"/>
        </dgm:presLayoutVars>
      </dgm:prSet>
      <dgm:spPr/>
    </dgm:pt>
    <dgm:pt modelId="{1B9A5C98-472D-4EE6-98F5-82638EBF8C15}" type="pres">
      <dgm:prSet presAssocID="{7FF7EA5E-5AE1-4A92-BFD1-2A3E16BFB406}" presName="sibTrans" presStyleCnt="0"/>
      <dgm:spPr/>
    </dgm:pt>
    <dgm:pt modelId="{C3B3DB9F-D843-4966-B29B-37CCE117071F}" type="pres">
      <dgm:prSet presAssocID="{58675401-CDEF-4FF9-B70C-0FC2EC7AB43C}" presName="compNode" presStyleCnt="0"/>
      <dgm:spPr/>
    </dgm:pt>
    <dgm:pt modelId="{D3F4E70C-3B41-4F83-BCAA-810AE462941C}" type="pres">
      <dgm:prSet presAssocID="{58675401-CDEF-4FF9-B70C-0FC2EC7AB43C}" presName="bgRect" presStyleLbl="bgShp" presStyleIdx="1" presStyleCnt="3"/>
      <dgm:spPr/>
    </dgm:pt>
    <dgm:pt modelId="{D29DB792-C70E-451F-A016-098CA54BF10A}" type="pres">
      <dgm:prSet presAssocID="{58675401-CDEF-4FF9-B70C-0FC2EC7AB43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B7938D99-D94E-4DB9-B36F-C5128BC695F2}" type="pres">
      <dgm:prSet presAssocID="{58675401-CDEF-4FF9-B70C-0FC2EC7AB43C}" presName="spaceRect" presStyleCnt="0"/>
      <dgm:spPr/>
    </dgm:pt>
    <dgm:pt modelId="{4114159D-4580-40A8-94BA-1D74B03D67BE}" type="pres">
      <dgm:prSet presAssocID="{58675401-CDEF-4FF9-B70C-0FC2EC7AB43C}" presName="parTx" presStyleLbl="revTx" presStyleIdx="1" presStyleCnt="3">
        <dgm:presLayoutVars>
          <dgm:chMax val="0"/>
          <dgm:chPref val="0"/>
        </dgm:presLayoutVars>
      </dgm:prSet>
      <dgm:spPr/>
    </dgm:pt>
    <dgm:pt modelId="{0A152276-EFC4-4371-83E0-48BBB8229C1A}" type="pres">
      <dgm:prSet presAssocID="{A96595F1-85EF-4E31-BD77-C64A78C2C147}" presName="sibTrans" presStyleCnt="0"/>
      <dgm:spPr/>
    </dgm:pt>
    <dgm:pt modelId="{7A1B9836-7FCC-4F6F-9FB6-D65FF3F34A0B}" type="pres">
      <dgm:prSet presAssocID="{3BAC44C4-3388-4E75-B080-FF51228CAF89}" presName="compNode" presStyleCnt="0"/>
      <dgm:spPr/>
    </dgm:pt>
    <dgm:pt modelId="{F9AB55E7-F0CF-4B30-B1B7-082B90C38EE6}" type="pres">
      <dgm:prSet presAssocID="{3BAC44C4-3388-4E75-B080-FF51228CAF89}" presName="bgRect" presStyleLbl="bgShp" presStyleIdx="2" presStyleCnt="3"/>
      <dgm:spPr/>
    </dgm:pt>
    <dgm:pt modelId="{723A25E7-F5A4-450B-9FD0-E2C40745FAA5}" type="pres">
      <dgm:prSet presAssocID="{3BAC44C4-3388-4E75-B080-FF51228CAF8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3578937-9A3D-44EE-8F85-612D21DAA56D}" type="pres">
      <dgm:prSet presAssocID="{3BAC44C4-3388-4E75-B080-FF51228CAF89}" presName="spaceRect" presStyleCnt="0"/>
      <dgm:spPr/>
    </dgm:pt>
    <dgm:pt modelId="{E5D1C3B1-2EA2-45B6-B9E7-C08C15F18957}" type="pres">
      <dgm:prSet presAssocID="{3BAC44C4-3388-4E75-B080-FF51228CAF8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109A302-4FAF-4232-98E0-FCE63714327D}" type="presOf" srcId="{58675401-CDEF-4FF9-B70C-0FC2EC7AB43C}" destId="{4114159D-4580-40A8-94BA-1D74B03D67BE}" srcOrd="0" destOrd="0" presId="urn:microsoft.com/office/officeart/2018/2/layout/IconVerticalSolidList"/>
    <dgm:cxn modelId="{70F8EC2C-8F3A-4B6D-8CEE-5F81E800E0CD}" srcId="{FA8C6FC7-A4DF-4389-9BEA-7AE33FC86B30}" destId="{58675401-CDEF-4FF9-B70C-0FC2EC7AB43C}" srcOrd="1" destOrd="0" parTransId="{5517964F-406D-4182-8B28-3654D42BC3CD}" sibTransId="{A96595F1-85EF-4E31-BD77-C64A78C2C147}"/>
    <dgm:cxn modelId="{2D633442-4AF1-4C3D-B662-8A13C2238F23}" type="presOf" srcId="{FA8C6FC7-A4DF-4389-9BEA-7AE33FC86B30}" destId="{5DB02D9D-A15B-4563-A993-CD7319B217AA}" srcOrd="0" destOrd="0" presId="urn:microsoft.com/office/officeart/2018/2/layout/IconVerticalSolidList"/>
    <dgm:cxn modelId="{69E30B96-9F35-4709-989A-3DEBB283FEDF}" type="presOf" srcId="{B933532B-7527-4B2A-9270-289BB02574BF}" destId="{08BD736D-47DB-4208-9165-984E9D97D7B0}" srcOrd="0" destOrd="0" presId="urn:microsoft.com/office/officeart/2018/2/layout/IconVerticalSolidList"/>
    <dgm:cxn modelId="{19C6B3C4-0FD4-4E6A-9BB5-D40FA96AC670}" type="presOf" srcId="{3BAC44C4-3388-4E75-B080-FF51228CAF89}" destId="{E5D1C3B1-2EA2-45B6-B9E7-C08C15F18957}" srcOrd="0" destOrd="0" presId="urn:microsoft.com/office/officeart/2018/2/layout/IconVerticalSolidList"/>
    <dgm:cxn modelId="{152306C7-E09B-4441-AD82-C2EB74FE03DC}" srcId="{FA8C6FC7-A4DF-4389-9BEA-7AE33FC86B30}" destId="{B933532B-7527-4B2A-9270-289BB02574BF}" srcOrd="0" destOrd="0" parTransId="{2E47B8EB-4E09-40C7-9829-7BB71D44082D}" sibTransId="{7FF7EA5E-5AE1-4A92-BFD1-2A3E16BFB406}"/>
    <dgm:cxn modelId="{522847F0-5AAD-49E6-BEDD-154BFD7BFB9C}" srcId="{FA8C6FC7-A4DF-4389-9BEA-7AE33FC86B30}" destId="{3BAC44C4-3388-4E75-B080-FF51228CAF89}" srcOrd="2" destOrd="0" parTransId="{131894FE-C360-490A-BA36-5A542C211300}" sibTransId="{C2A4D1B8-4B21-4539-8C8C-91D6C5D36450}"/>
    <dgm:cxn modelId="{F9195631-009D-4157-839F-4C6C2CE2BC9F}" type="presParOf" srcId="{5DB02D9D-A15B-4563-A993-CD7319B217AA}" destId="{D728072A-8979-45E1-B86A-63B94A1E346C}" srcOrd="0" destOrd="0" presId="urn:microsoft.com/office/officeart/2018/2/layout/IconVerticalSolidList"/>
    <dgm:cxn modelId="{C9C920B6-B07C-4CA1-89DF-EEC77ADFE7BB}" type="presParOf" srcId="{D728072A-8979-45E1-B86A-63B94A1E346C}" destId="{A321CC8F-D951-433E-A4B4-108829D7032A}" srcOrd="0" destOrd="0" presId="urn:microsoft.com/office/officeart/2018/2/layout/IconVerticalSolidList"/>
    <dgm:cxn modelId="{F9EF3415-8DFE-4EEA-8446-99C6190F2663}" type="presParOf" srcId="{D728072A-8979-45E1-B86A-63B94A1E346C}" destId="{4A8A41AB-BE45-4DFA-93B9-EEDA46E5CB2F}" srcOrd="1" destOrd="0" presId="urn:microsoft.com/office/officeart/2018/2/layout/IconVerticalSolidList"/>
    <dgm:cxn modelId="{8B803DF8-2A73-484D-9DA9-CB2403886653}" type="presParOf" srcId="{D728072A-8979-45E1-B86A-63B94A1E346C}" destId="{CF5470AD-1919-4D34-AF21-FBE44FEB7798}" srcOrd="2" destOrd="0" presId="urn:microsoft.com/office/officeart/2018/2/layout/IconVerticalSolidList"/>
    <dgm:cxn modelId="{8829A62F-9BD8-4F17-A257-DDDACE37DB81}" type="presParOf" srcId="{D728072A-8979-45E1-B86A-63B94A1E346C}" destId="{08BD736D-47DB-4208-9165-984E9D97D7B0}" srcOrd="3" destOrd="0" presId="urn:microsoft.com/office/officeart/2018/2/layout/IconVerticalSolidList"/>
    <dgm:cxn modelId="{EC160E16-445E-4114-B9A6-F980A79E23CF}" type="presParOf" srcId="{5DB02D9D-A15B-4563-A993-CD7319B217AA}" destId="{1B9A5C98-472D-4EE6-98F5-82638EBF8C15}" srcOrd="1" destOrd="0" presId="urn:microsoft.com/office/officeart/2018/2/layout/IconVerticalSolidList"/>
    <dgm:cxn modelId="{A4C55B45-D0B8-4818-83D9-E4C94BB8DD6C}" type="presParOf" srcId="{5DB02D9D-A15B-4563-A993-CD7319B217AA}" destId="{C3B3DB9F-D843-4966-B29B-37CCE117071F}" srcOrd="2" destOrd="0" presId="urn:microsoft.com/office/officeart/2018/2/layout/IconVerticalSolidList"/>
    <dgm:cxn modelId="{3672CE09-BF1E-4728-8507-85AB75EFAC7A}" type="presParOf" srcId="{C3B3DB9F-D843-4966-B29B-37CCE117071F}" destId="{D3F4E70C-3B41-4F83-BCAA-810AE462941C}" srcOrd="0" destOrd="0" presId="urn:microsoft.com/office/officeart/2018/2/layout/IconVerticalSolidList"/>
    <dgm:cxn modelId="{DE3157DE-5F3E-444C-BE2B-721514151838}" type="presParOf" srcId="{C3B3DB9F-D843-4966-B29B-37CCE117071F}" destId="{D29DB792-C70E-451F-A016-098CA54BF10A}" srcOrd="1" destOrd="0" presId="urn:microsoft.com/office/officeart/2018/2/layout/IconVerticalSolidList"/>
    <dgm:cxn modelId="{639410E6-5E99-4FAA-84A3-059090EB4BFB}" type="presParOf" srcId="{C3B3DB9F-D843-4966-B29B-37CCE117071F}" destId="{B7938D99-D94E-4DB9-B36F-C5128BC695F2}" srcOrd="2" destOrd="0" presId="urn:microsoft.com/office/officeart/2018/2/layout/IconVerticalSolidList"/>
    <dgm:cxn modelId="{BA97F40D-DF73-42B5-94CF-CA0B9D3247D3}" type="presParOf" srcId="{C3B3DB9F-D843-4966-B29B-37CCE117071F}" destId="{4114159D-4580-40A8-94BA-1D74B03D67BE}" srcOrd="3" destOrd="0" presId="urn:microsoft.com/office/officeart/2018/2/layout/IconVerticalSolidList"/>
    <dgm:cxn modelId="{6C471FB2-2574-41CB-9E34-F35B13533C83}" type="presParOf" srcId="{5DB02D9D-A15B-4563-A993-CD7319B217AA}" destId="{0A152276-EFC4-4371-83E0-48BBB8229C1A}" srcOrd="3" destOrd="0" presId="urn:microsoft.com/office/officeart/2018/2/layout/IconVerticalSolidList"/>
    <dgm:cxn modelId="{88418ACE-8D97-40AD-B58A-109E360C6A20}" type="presParOf" srcId="{5DB02D9D-A15B-4563-A993-CD7319B217AA}" destId="{7A1B9836-7FCC-4F6F-9FB6-D65FF3F34A0B}" srcOrd="4" destOrd="0" presId="urn:microsoft.com/office/officeart/2018/2/layout/IconVerticalSolidList"/>
    <dgm:cxn modelId="{98C6D42E-4C17-4CFF-90F5-B9EC7828E70B}" type="presParOf" srcId="{7A1B9836-7FCC-4F6F-9FB6-D65FF3F34A0B}" destId="{F9AB55E7-F0CF-4B30-B1B7-082B90C38EE6}" srcOrd="0" destOrd="0" presId="urn:microsoft.com/office/officeart/2018/2/layout/IconVerticalSolidList"/>
    <dgm:cxn modelId="{6614F52F-7526-4158-A1BC-21B3231E20AE}" type="presParOf" srcId="{7A1B9836-7FCC-4F6F-9FB6-D65FF3F34A0B}" destId="{723A25E7-F5A4-450B-9FD0-E2C40745FAA5}" srcOrd="1" destOrd="0" presId="urn:microsoft.com/office/officeart/2018/2/layout/IconVerticalSolidList"/>
    <dgm:cxn modelId="{BC1F0A11-79CB-4A07-8E5D-1043084EF09A}" type="presParOf" srcId="{7A1B9836-7FCC-4F6F-9FB6-D65FF3F34A0B}" destId="{53578937-9A3D-44EE-8F85-612D21DAA56D}" srcOrd="2" destOrd="0" presId="urn:microsoft.com/office/officeart/2018/2/layout/IconVerticalSolidList"/>
    <dgm:cxn modelId="{21C96E8B-64D0-414B-90D0-A8A0F9437579}" type="presParOf" srcId="{7A1B9836-7FCC-4F6F-9FB6-D65FF3F34A0B}" destId="{E5D1C3B1-2EA2-45B6-B9E7-C08C15F1895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EC73029-4BE2-4F1C-913A-0575013C5A5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44457F0-9A58-4B23-9957-3A92DBC0CFDA}">
      <dgm:prSet/>
      <dgm:spPr/>
      <dgm:t>
        <a:bodyPr/>
        <a:lstStyle/>
        <a:p>
          <a:r>
            <a:rPr lang="en-US"/>
            <a:t>Banking: Account management and transactions.</a:t>
          </a:r>
        </a:p>
      </dgm:t>
    </dgm:pt>
    <dgm:pt modelId="{B2D2AFB9-B4FB-47BF-8B84-C1F02CB5A69E}" type="parTrans" cxnId="{580E8041-099A-40CA-B676-AD098C197AD2}">
      <dgm:prSet/>
      <dgm:spPr/>
      <dgm:t>
        <a:bodyPr/>
        <a:lstStyle/>
        <a:p>
          <a:endParaRPr lang="en-US"/>
        </a:p>
      </dgm:t>
    </dgm:pt>
    <dgm:pt modelId="{12758DA2-4E05-4DD9-B954-3F2FA71E72FD}" type="sibTrans" cxnId="{580E8041-099A-40CA-B676-AD098C197AD2}">
      <dgm:prSet/>
      <dgm:spPr/>
      <dgm:t>
        <a:bodyPr/>
        <a:lstStyle/>
        <a:p>
          <a:endParaRPr lang="en-US"/>
        </a:p>
      </dgm:t>
    </dgm:pt>
    <dgm:pt modelId="{83A509BA-218C-4732-B981-D5C655650C83}">
      <dgm:prSet/>
      <dgm:spPr/>
      <dgm:t>
        <a:bodyPr/>
        <a:lstStyle/>
        <a:p>
          <a:r>
            <a:rPr lang="en-US"/>
            <a:t>Healthcare: Patient records, prescriptions.</a:t>
          </a:r>
        </a:p>
      </dgm:t>
    </dgm:pt>
    <dgm:pt modelId="{C997D5AE-8EBE-4606-BBDD-FFE9CD1A488C}" type="parTrans" cxnId="{997D4293-0BDD-4ADF-92F3-A1A969F36972}">
      <dgm:prSet/>
      <dgm:spPr/>
      <dgm:t>
        <a:bodyPr/>
        <a:lstStyle/>
        <a:p>
          <a:endParaRPr lang="en-US"/>
        </a:p>
      </dgm:t>
    </dgm:pt>
    <dgm:pt modelId="{6F63C6CF-8E5D-4537-83CD-68AAC1F000C9}" type="sibTrans" cxnId="{997D4293-0BDD-4ADF-92F3-A1A969F36972}">
      <dgm:prSet/>
      <dgm:spPr/>
      <dgm:t>
        <a:bodyPr/>
        <a:lstStyle/>
        <a:p>
          <a:endParaRPr lang="en-US"/>
        </a:p>
      </dgm:t>
    </dgm:pt>
    <dgm:pt modelId="{1CE6BAA2-45DE-48AD-81E6-C8042CFE57C4}">
      <dgm:prSet/>
      <dgm:spPr/>
      <dgm:t>
        <a:bodyPr/>
        <a:lstStyle/>
        <a:p>
          <a:r>
            <a:rPr lang="en-US"/>
            <a:t>E-commerce: Product catalogs, orders.</a:t>
          </a:r>
        </a:p>
      </dgm:t>
    </dgm:pt>
    <dgm:pt modelId="{44B11EC9-B73F-4B11-8283-BCE8A86F001C}" type="parTrans" cxnId="{1B754C42-1119-4E94-AEDD-46BC499DF50F}">
      <dgm:prSet/>
      <dgm:spPr/>
      <dgm:t>
        <a:bodyPr/>
        <a:lstStyle/>
        <a:p>
          <a:endParaRPr lang="en-US"/>
        </a:p>
      </dgm:t>
    </dgm:pt>
    <dgm:pt modelId="{D68E21FC-22FD-4CAD-B77F-FA2F668EC9E9}" type="sibTrans" cxnId="{1B754C42-1119-4E94-AEDD-46BC499DF50F}">
      <dgm:prSet/>
      <dgm:spPr/>
      <dgm:t>
        <a:bodyPr/>
        <a:lstStyle/>
        <a:p>
          <a:endParaRPr lang="en-US"/>
        </a:p>
      </dgm:t>
    </dgm:pt>
    <dgm:pt modelId="{E1583C2B-0DDB-4820-B698-FD9725C94D89}">
      <dgm:prSet/>
      <dgm:spPr/>
      <dgm:t>
        <a:bodyPr/>
        <a:lstStyle/>
        <a:p>
          <a:r>
            <a:rPr lang="en-US"/>
            <a:t>Education: Student records, course management.</a:t>
          </a:r>
        </a:p>
      </dgm:t>
    </dgm:pt>
    <dgm:pt modelId="{03500B74-CBEB-471D-A8A6-6B819B372F60}" type="parTrans" cxnId="{D74D7C7D-7057-40F9-B813-C1D511F4B8A8}">
      <dgm:prSet/>
      <dgm:spPr/>
      <dgm:t>
        <a:bodyPr/>
        <a:lstStyle/>
        <a:p>
          <a:endParaRPr lang="en-US"/>
        </a:p>
      </dgm:t>
    </dgm:pt>
    <dgm:pt modelId="{82DBAABB-AB61-45BC-B893-F32282E6E40B}" type="sibTrans" cxnId="{D74D7C7D-7057-40F9-B813-C1D511F4B8A8}">
      <dgm:prSet/>
      <dgm:spPr/>
      <dgm:t>
        <a:bodyPr/>
        <a:lstStyle/>
        <a:p>
          <a:endParaRPr lang="en-US"/>
        </a:p>
      </dgm:t>
    </dgm:pt>
    <dgm:pt modelId="{00530102-DDE7-4325-9D11-3510EF552AC6}" type="pres">
      <dgm:prSet presAssocID="{3EC73029-4BE2-4F1C-913A-0575013C5A5B}" presName="root" presStyleCnt="0">
        <dgm:presLayoutVars>
          <dgm:dir/>
          <dgm:resizeHandles val="exact"/>
        </dgm:presLayoutVars>
      </dgm:prSet>
      <dgm:spPr/>
    </dgm:pt>
    <dgm:pt modelId="{0FD8A71A-E0DF-42CE-BFEC-C73632016C3F}" type="pres">
      <dgm:prSet presAssocID="{F44457F0-9A58-4B23-9957-3A92DBC0CFDA}" presName="compNode" presStyleCnt="0"/>
      <dgm:spPr/>
    </dgm:pt>
    <dgm:pt modelId="{76D28781-933D-401E-A99D-1DFE3D786AFF}" type="pres">
      <dgm:prSet presAssocID="{F44457F0-9A58-4B23-9957-3A92DBC0CFDA}" presName="bgRect" presStyleLbl="bgShp" presStyleIdx="0" presStyleCnt="4"/>
      <dgm:spPr/>
    </dgm:pt>
    <dgm:pt modelId="{E3E67EDB-6199-4C28-87BA-0A278F9B1D20}" type="pres">
      <dgm:prSet presAssocID="{F44457F0-9A58-4B23-9957-3A92DBC0CFD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F733284C-7A38-41FD-AAF1-334E1577A642}" type="pres">
      <dgm:prSet presAssocID="{F44457F0-9A58-4B23-9957-3A92DBC0CFDA}" presName="spaceRect" presStyleCnt="0"/>
      <dgm:spPr/>
    </dgm:pt>
    <dgm:pt modelId="{0B357295-4490-423E-8196-16B8C6A8448D}" type="pres">
      <dgm:prSet presAssocID="{F44457F0-9A58-4B23-9957-3A92DBC0CFDA}" presName="parTx" presStyleLbl="revTx" presStyleIdx="0" presStyleCnt="4">
        <dgm:presLayoutVars>
          <dgm:chMax val="0"/>
          <dgm:chPref val="0"/>
        </dgm:presLayoutVars>
      </dgm:prSet>
      <dgm:spPr/>
    </dgm:pt>
    <dgm:pt modelId="{BBF9BBE6-90C7-4242-979B-A9FAD69E5B89}" type="pres">
      <dgm:prSet presAssocID="{12758DA2-4E05-4DD9-B954-3F2FA71E72FD}" presName="sibTrans" presStyleCnt="0"/>
      <dgm:spPr/>
    </dgm:pt>
    <dgm:pt modelId="{34D16E49-73D9-4462-AC24-962B881AB1BF}" type="pres">
      <dgm:prSet presAssocID="{83A509BA-218C-4732-B981-D5C655650C83}" presName="compNode" presStyleCnt="0"/>
      <dgm:spPr/>
    </dgm:pt>
    <dgm:pt modelId="{FFD6A498-D5BC-41E5-BB6A-7E43022B3376}" type="pres">
      <dgm:prSet presAssocID="{83A509BA-218C-4732-B981-D5C655650C83}" presName="bgRect" presStyleLbl="bgShp" presStyleIdx="1" presStyleCnt="4"/>
      <dgm:spPr/>
    </dgm:pt>
    <dgm:pt modelId="{D328C59C-CEE1-4FB1-B4A3-6551F2FEC937}" type="pres">
      <dgm:prSet presAssocID="{83A509BA-218C-4732-B981-D5C655650C8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7B75DDCB-C5A3-42D9-A184-A25ECC9FEA40}" type="pres">
      <dgm:prSet presAssocID="{83A509BA-218C-4732-B981-D5C655650C83}" presName="spaceRect" presStyleCnt="0"/>
      <dgm:spPr/>
    </dgm:pt>
    <dgm:pt modelId="{25861BED-76FF-414E-B534-F53A7F2AD645}" type="pres">
      <dgm:prSet presAssocID="{83A509BA-218C-4732-B981-D5C655650C83}" presName="parTx" presStyleLbl="revTx" presStyleIdx="1" presStyleCnt="4">
        <dgm:presLayoutVars>
          <dgm:chMax val="0"/>
          <dgm:chPref val="0"/>
        </dgm:presLayoutVars>
      </dgm:prSet>
      <dgm:spPr/>
    </dgm:pt>
    <dgm:pt modelId="{4BE6E8B2-7642-476A-A67B-246148C08DFA}" type="pres">
      <dgm:prSet presAssocID="{6F63C6CF-8E5D-4537-83CD-68AAC1F000C9}" presName="sibTrans" presStyleCnt="0"/>
      <dgm:spPr/>
    </dgm:pt>
    <dgm:pt modelId="{69D735AF-5EE4-42AA-9846-FE658D317AC8}" type="pres">
      <dgm:prSet presAssocID="{1CE6BAA2-45DE-48AD-81E6-C8042CFE57C4}" presName="compNode" presStyleCnt="0"/>
      <dgm:spPr/>
    </dgm:pt>
    <dgm:pt modelId="{BFEB0A04-475A-4F3E-BE30-6CF72560F9D6}" type="pres">
      <dgm:prSet presAssocID="{1CE6BAA2-45DE-48AD-81E6-C8042CFE57C4}" presName="bgRect" presStyleLbl="bgShp" presStyleIdx="2" presStyleCnt="4"/>
      <dgm:spPr/>
    </dgm:pt>
    <dgm:pt modelId="{DE94281B-3659-425F-B824-3468990D6B6C}" type="pres">
      <dgm:prSet presAssocID="{1CE6BAA2-45DE-48AD-81E6-C8042CFE57C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750A6594-1A7A-4EE2-901A-11EC7B970C5E}" type="pres">
      <dgm:prSet presAssocID="{1CE6BAA2-45DE-48AD-81E6-C8042CFE57C4}" presName="spaceRect" presStyleCnt="0"/>
      <dgm:spPr/>
    </dgm:pt>
    <dgm:pt modelId="{D4B918C9-880D-4C3A-A326-63A6694A3830}" type="pres">
      <dgm:prSet presAssocID="{1CE6BAA2-45DE-48AD-81E6-C8042CFE57C4}" presName="parTx" presStyleLbl="revTx" presStyleIdx="2" presStyleCnt="4">
        <dgm:presLayoutVars>
          <dgm:chMax val="0"/>
          <dgm:chPref val="0"/>
        </dgm:presLayoutVars>
      </dgm:prSet>
      <dgm:spPr/>
    </dgm:pt>
    <dgm:pt modelId="{7DD978A6-D933-4FB4-8769-892AB7A8B93C}" type="pres">
      <dgm:prSet presAssocID="{D68E21FC-22FD-4CAD-B77F-FA2F668EC9E9}" presName="sibTrans" presStyleCnt="0"/>
      <dgm:spPr/>
    </dgm:pt>
    <dgm:pt modelId="{017DD18D-6461-47F3-9F8C-5AF1EA610631}" type="pres">
      <dgm:prSet presAssocID="{E1583C2B-0DDB-4820-B698-FD9725C94D89}" presName="compNode" presStyleCnt="0"/>
      <dgm:spPr/>
    </dgm:pt>
    <dgm:pt modelId="{95318B10-C6F3-4555-B18E-11BD833976C1}" type="pres">
      <dgm:prSet presAssocID="{E1583C2B-0DDB-4820-B698-FD9725C94D89}" presName="bgRect" presStyleLbl="bgShp" presStyleIdx="3" presStyleCnt="4"/>
      <dgm:spPr/>
    </dgm:pt>
    <dgm:pt modelId="{D7137048-4845-4569-9761-9F3C2AF4A842}" type="pres">
      <dgm:prSet presAssocID="{E1583C2B-0DDB-4820-B698-FD9725C94D8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0AE3D15-D104-4223-B7FB-87AC5877C21D}" type="pres">
      <dgm:prSet presAssocID="{E1583C2B-0DDB-4820-B698-FD9725C94D89}" presName="spaceRect" presStyleCnt="0"/>
      <dgm:spPr/>
    </dgm:pt>
    <dgm:pt modelId="{FC62ACED-BBE6-4483-A4BF-D525E36136F8}" type="pres">
      <dgm:prSet presAssocID="{E1583C2B-0DDB-4820-B698-FD9725C94D8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B1D7F3C-A916-4036-891D-917F6664E139}" type="presOf" srcId="{E1583C2B-0DDB-4820-B698-FD9725C94D89}" destId="{FC62ACED-BBE6-4483-A4BF-D525E36136F8}" srcOrd="0" destOrd="0" presId="urn:microsoft.com/office/officeart/2018/2/layout/IconVerticalSolidList"/>
    <dgm:cxn modelId="{580E8041-099A-40CA-B676-AD098C197AD2}" srcId="{3EC73029-4BE2-4F1C-913A-0575013C5A5B}" destId="{F44457F0-9A58-4B23-9957-3A92DBC0CFDA}" srcOrd="0" destOrd="0" parTransId="{B2D2AFB9-B4FB-47BF-8B84-C1F02CB5A69E}" sibTransId="{12758DA2-4E05-4DD9-B954-3F2FA71E72FD}"/>
    <dgm:cxn modelId="{1B754C42-1119-4E94-AEDD-46BC499DF50F}" srcId="{3EC73029-4BE2-4F1C-913A-0575013C5A5B}" destId="{1CE6BAA2-45DE-48AD-81E6-C8042CFE57C4}" srcOrd="2" destOrd="0" parTransId="{44B11EC9-B73F-4B11-8283-BCE8A86F001C}" sibTransId="{D68E21FC-22FD-4CAD-B77F-FA2F668EC9E9}"/>
    <dgm:cxn modelId="{A076A169-0FFE-4C05-840C-29076BE04584}" type="presOf" srcId="{1CE6BAA2-45DE-48AD-81E6-C8042CFE57C4}" destId="{D4B918C9-880D-4C3A-A326-63A6694A3830}" srcOrd="0" destOrd="0" presId="urn:microsoft.com/office/officeart/2018/2/layout/IconVerticalSolidList"/>
    <dgm:cxn modelId="{D74D7C7D-7057-40F9-B813-C1D511F4B8A8}" srcId="{3EC73029-4BE2-4F1C-913A-0575013C5A5B}" destId="{E1583C2B-0DDB-4820-B698-FD9725C94D89}" srcOrd="3" destOrd="0" parTransId="{03500B74-CBEB-471D-A8A6-6B819B372F60}" sibTransId="{82DBAABB-AB61-45BC-B893-F32282E6E40B}"/>
    <dgm:cxn modelId="{997D4293-0BDD-4ADF-92F3-A1A969F36972}" srcId="{3EC73029-4BE2-4F1C-913A-0575013C5A5B}" destId="{83A509BA-218C-4732-B981-D5C655650C83}" srcOrd="1" destOrd="0" parTransId="{C997D5AE-8EBE-4606-BBDD-FFE9CD1A488C}" sibTransId="{6F63C6CF-8E5D-4537-83CD-68AAC1F000C9}"/>
    <dgm:cxn modelId="{7A0E51A2-B2A1-429D-9459-9981AD66D195}" type="presOf" srcId="{83A509BA-218C-4732-B981-D5C655650C83}" destId="{25861BED-76FF-414E-B534-F53A7F2AD645}" srcOrd="0" destOrd="0" presId="urn:microsoft.com/office/officeart/2018/2/layout/IconVerticalSolidList"/>
    <dgm:cxn modelId="{5ECB84C9-FEB2-4D45-BB05-403BA4AF7332}" type="presOf" srcId="{3EC73029-4BE2-4F1C-913A-0575013C5A5B}" destId="{00530102-DDE7-4325-9D11-3510EF552AC6}" srcOrd="0" destOrd="0" presId="urn:microsoft.com/office/officeart/2018/2/layout/IconVerticalSolidList"/>
    <dgm:cxn modelId="{43D0ECED-BA31-4953-89E5-AF208A728C8E}" type="presOf" srcId="{F44457F0-9A58-4B23-9957-3A92DBC0CFDA}" destId="{0B357295-4490-423E-8196-16B8C6A8448D}" srcOrd="0" destOrd="0" presId="urn:microsoft.com/office/officeart/2018/2/layout/IconVerticalSolidList"/>
    <dgm:cxn modelId="{E89B2D2E-0D07-4BA1-8CC1-D0BD1D4EA8AB}" type="presParOf" srcId="{00530102-DDE7-4325-9D11-3510EF552AC6}" destId="{0FD8A71A-E0DF-42CE-BFEC-C73632016C3F}" srcOrd="0" destOrd="0" presId="urn:microsoft.com/office/officeart/2018/2/layout/IconVerticalSolidList"/>
    <dgm:cxn modelId="{915D3CB0-8938-4A93-8C21-054DCD3B13C2}" type="presParOf" srcId="{0FD8A71A-E0DF-42CE-BFEC-C73632016C3F}" destId="{76D28781-933D-401E-A99D-1DFE3D786AFF}" srcOrd="0" destOrd="0" presId="urn:microsoft.com/office/officeart/2018/2/layout/IconVerticalSolidList"/>
    <dgm:cxn modelId="{4D0E7BE0-2D86-42EC-9859-4DC86BC91A54}" type="presParOf" srcId="{0FD8A71A-E0DF-42CE-BFEC-C73632016C3F}" destId="{E3E67EDB-6199-4C28-87BA-0A278F9B1D20}" srcOrd="1" destOrd="0" presId="urn:microsoft.com/office/officeart/2018/2/layout/IconVerticalSolidList"/>
    <dgm:cxn modelId="{3D8EA0A2-603A-4ECE-AFBF-48347181A841}" type="presParOf" srcId="{0FD8A71A-E0DF-42CE-BFEC-C73632016C3F}" destId="{F733284C-7A38-41FD-AAF1-334E1577A642}" srcOrd="2" destOrd="0" presId="urn:microsoft.com/office/officeart/2018/2/layout/IconVerticalSolidList"/>
    <dgm:cxn modelId="{457BCD6D-F0EA-42C6-B0F0-F63C7FF8896C}" type="presParOf" srcId="{0FD8A71A-E0DF-42CE-BFEC-C73632016C3F}" destId="{0B357295-4490-423E-8196-16B8C6A8448D}" srcOrd="3" destOrd="0" presId="urn:microsoft.com/office/officeart/2018/2/layout/IconVerticalSolidList"/>
    <dgm:cxn modelId="{876ADF7A-27B2-49CB-9FD3-DAA2E4624A48}" type="presParOf" srcId="{00530102-DDE7-4325-9D11-3510EF552AC6}" destId="{BBF9BBE6-90C7-4242-979B-A9FAD69E5B89}" srcOrd="1" destOrd="0" presId="urn:microsoft.com/office/officeart/2018/2/layout/IconVerticalSolidList"/>
    <dgm:cxn modelId="{743E5330-380A-4464-BDCC-7EE531EE414D}" type="presParOf" srcId="{00530102-DDE7-4325-9D11-3510EF552AC6}" destId="{34D16E49-73D9-4462-AC24-962B881AB1BF}" srcOrd="2" destOrd="0" presId="urn:microsoft.com/office/officeart/2018/2/layout/IconVerticalSolidList"/>
    <dgm:cxn modelId="{5E5575E4-7F1D-47F8-8C7A-C71118BDDDD6}" type="presParOf" srcId="{34D16E49-73D9-4462-AC24-962B881AB1BF}" destId="{FFD6A498-D5BC-41E5-BB6A-7E43022B3376}" srcOrd="0" destOrd="0" presId="urn:microsoft.com/office/officeart/2018/2/layout/IconVerticalSolidList"/>
    <dgm:cxn modelId="{9587A75C-A9AF-48AE-B557-490E39DDD25C}" type="presParOf" srcId="{34D16E49-73D9-4462-AC24-962B881AB1BF}" destId="{D328C59C-CEE1-4FB1-B4A3-6551F2FEC937}" srcOrd="1" destOrd="0" presId="urn:microsoft.com/office/officeart/2018/2/layout/IconVerticalSolidList"/>
    <dgm:cxn modelId="{AD7609BE-38A6-48AD-ADE8-212F296B4E77}" type="presParOf" srcId="{34D16E49-73D9-4462-AC24-962B881AB1BF}" destId="{7B75DDCB-C5A3-42D9-A184-A25ECC9FEA40}" srcOrd="2" destOrd="0" presId="urn:microsoft.com/office/officeart/2018/2/layout/IconVerticalSolidList"/>
    <dgm:cxn modelId="{E8087969-E19A-401F-9EC7-11A3A31F6B8C}" type="presParOf" srcId="{34D16E49-73D9-4462-AC24-962B881AB1BF}" destId="{25861BED-76FF-414E-B534-F53A7F2AD645}" srcOrd="3" destOrd="0" presId="urn:microsoft.com/office/officeart/2018/2/layout/IconVerticalSolidList"/>
    <dgm:cxn modelId="{F2D1A97E-849C-4349-8717-DD1071624C9E}" type="presParOf" srcId="{00530102-DDE7-4325-9D11-3510EF552AC6}" destId="{4BE6E8B2-7642-476A-A67B-246148C08DFA}" srcOrd="3" destOrd="0" presId="urn:microsoft.com/office/officeart/2018/2/layout/IconVerticalSolidList"/>
    <dgm:cxn modelId="{D78BC53B-16DC-4EE0-9352-D022B1E06AA2}" type="presParOf" srcId="{00530102-DDE7-4325-9D11-3510EF552AC6}" destId="{69D735AF-5EE4-42AA-9846-FE658D317AC8}" srcOrd="4" destOrd="0" presId="urn:microsoft.com/office/officeart/2018/2/layout/IconVerticalSolidList"/>
    <dgm:cxn modelId="{5E6CEE76-BB5A-4B76-B180-FA97D7D6D3C0}" type="presParOf" srcId="{69D735AF-5EE4-42AA-9846-FE658D317AC8}" destId="{BFEB0A04-475A-4F3E-BE30-6CF72560F9D6}" srcOrd="0" destOrd="0" presId="urn:microsoft.com/office/officeart/2018/2/layout/IconVerticalSolidList"/>
    <dgm:cxn modelId="{A9D06B38-6CDE-456C-95E5-DFEEC27E5448}" type="presParOf" srcId="{69D735AF-5EE4-42AA-9846-FE658D317AC8}" destId="{DE94281B-3659-425F-B824-3468990D6B6C}" srcOrd="1" destOrd="0" presId="urn:microsoft.com/office/officeart/2018/2/layout/IconVerticalSolidList"/>
    <dgm:cxn modelId="{E28E8459-6AD8-4473-B6B1-38673BA8394E}" type="presParOf" srcId="{69D735AF-5EE4-42AA-9846-FE658D317AC8}" destId="{750A6594-1A7A-4EE2-901A-11EC7B970C5E}" srcOrd="2" destOrd="0" presId="urn:microsoft.com/office/officeart/2018/2/layout/IconVerticalSolidList"/>
    <dgm:cxn modelId="{4264C362-1FB4-4674-BFE9-019E06C6448E}" type="presParOf" srcId="{69D735AF-5EE4-42AA-9846-FE658D317AC8}" destId="{D4B918C9-880D-4C3A-A326-63A6694A3830}" srcOrd="3" destOrd="0" presId="urn:microsoft.com/office/officeart/2018/2/layout/IconVerticalSolidList"/>
    <dgm:cxn modelId="{408610FD-E026-491F-B232-6D97270DCC46}" type="presParOf" srcId="{00530102-DDE7-4325-9D11-3510EF552AC6}" destId="{7DD978A6-D933-4FB4-8769-892AB7A8B93C}" srcOrd="5" destOrd="0" presId="urn:microsoft.com/office/officeart/2018/2/layout/IconVerticalSolidList"/>
    <dgm:cxn modelId="{453AC41F-6D3A-400E-A154-0A610DA1092A}" type="presParOf" srcId="{00530102-DDE7-4325-9D11-3510EF552AC6}" destId="{017DD18D-6461-47F3-9F8C-5AF1EA610631}" srcOrd="6" destOrd="0" presId="urn:microsoft.com/office/officeart/2018/2/layout/IconVerticalSolidList"/>
    <dgm:cxn modelId="{6C42E5E3-D992-4198-900F-86D89A37BADC}" type="presParOf" srcId="{017DD18D-6461-47F3-9F8C-5AF1EA610631}" destId="{95318B10-C6F3-4555-B18E-11BD833976C1}" srcOrd="0" destOrd="0" presId="urn:microsoft.com/office/officeart/2018/2/layout/IconVerticalSolidList"/>
    <dgm:cxn modelId="{34E5798D-0BB2-4A53-A987-7608CC585CF8}" type="presParOf" srcId="{017DD18D-6461-47F3-9F8C-5AF1EA610631}" destId="{D7137048-4845-4569-9761-9F3C2AF4A842}" srcOrd="1" destOrd="0" presId="urn:microsoft.com/office/officeart/2018/2/layout/IconVerticalSolidList"/>
    <dgm:cxn modelId="{B52BB632-F819-4648-B3EF-5452CE3AA786}" type="presParOf" srcId="{017DD18D-6461-47F3-9F8C-5AF1EA610631}" destId="{20AE3D15-D104-4223-B7FB-87AC5877C21D}" srcOrd="2" destOrd="0" presId="urn:microsoft.com/office/officeart/2018/2/layout/IconVerticalSolidList"/>
    <dgm:cxn modelId="{83ECFB42-00D6-4235-A003-A7EA7C8844DA}" type="presParOf" srcId="{017DD18D-6461-47F3-9F8C-5AF1EA610631}" destId="{FC62ACED-BBE6-4483-A4BF-D525E36136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9576C90-FB29-4308-9C7A-2175A7F4879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221BA98-59C7-42A3-8A32-D09F897122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Hierarchical Model: Data organized in a tree-like structure.</a:t>
          </a:r>
        </a:p>
      </dgm:t>
    </dgm:pt>
    <dgm:pt modelId="{6A213D4C-6190-4C1D-99B4-B9C4783E1E58}" type="parTrans" cxnId="{75329074-9B1A-4FFC-9FB5-D97FED20ECD2}">
      <dgm:prSet/>
      <dgm:spPr/>
      <dgm:t>
        <a:bodyPr/>
        <a:lstStyle/>
        <a:p>
          <a:pPr algn="just"/>
          <a:endParaRPr lang="en-US"/>
        </a:p>
      </dgm:t>
    </dgm:pt>
    <dgm:pt modelId="{ABF3148E-487C-4572-8707-F6771E476C0F}" type="sibTrans" cxnId="{75329074-9B1A-4FFC-9FB5-D97FED20ECD2}">
      <dgm:prSet/>
      <dgm:spPr/>
      <dgm:t>
        <a:bodyPr/>
        <a:lstStyle/>
        <a:p>
          <a:pPr algn="just"/>
          <a:endParaRPr lang="en-US"/>
        </a:p>
      </dgm:t>
    </dgm:pt>
    <dgm:pt modelId="{766B6729-DDF5-4BF4-A53D-9AC522EE9B90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/>
            <a:t>Network Model: Data organized in a graph-like structure with nodes and edges.</a:t>
          </a:r>
        </a:p>
      </dgm:t>
    </dgm:pt>
    <dgm:pt modelId="{C151563B-1B9B-4610-8336-BB35AF840BC6}" type="parTrans" cxnId="{E39B5BF6-266A-4FF9-866D-78AC088CED9F}">
      <dgm:prSet/>
      <dgm:spPr/>
      <dgm:t>
        <a:bodyPr/>
        <a:lstStyle/>
        <a:p>
          <a:pPr algn="just"/>
          <a:endParaRPr lang="en-US"/>
        </a:p>
      </dgm:t>
    </dgm:pt>
    <dgm:pt modelId="{2A7F7061-2882-45F8-8AFB-209212799ABD}" type="sibTrans" cxnId="{E39B5BF6-266A-4FF9-866D-78AC088CED9F}">
      <dgm:prSet/>
      <dgm:spPr/>
      <dgm:t>
        <a:bodyPr/>
        <a:lstStyle/>
        <a:p>
          <a:pPr algn="just"/>
          <a:endParaRPr lang="en-US"/>
        </a:p>
      </dgm:t>
    </dgm:pt>
    <dgm:pt modelId="{1B8123FB-5D6A-4576-B44D-BAAE1E912BCC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/>
            <a:t>Relational Model: Uses tables (relations) with rows and columns.</a:t>
          </a:r>
        </a:p>
      </dgm:t>
    </dgm:pt>
    <dgm:pt modelId="{0CCC6468-A99B-4ACD-94A3-718A7C1E85C2}" type="parTrans" cxnId="{F92322B4-88ED-4472-8758-B02AB207330B}">
      <dgm:prSet/>
      <dgm:spPr/>
      <dgm:t>
        <a:bodyPr/>
        <a:lstStyle/>
        <a:p>
          <a:pPr algn="just"/>
          <a:endParaRPr lang="en-US"/>
        </a:p>
      </dgm:t>
    </dgm:pt>
    <dgm:pt modelId="{B66C3A51-8BCA-48AE-88EC-ED0271BE0DEA}" type="sibTrans" cxnId="{F92322B4-88ED-4472-8758-B02AB207330B}">
      <dgm:prSet/>
      <dgm:spPr/>
      <dgm:t>
        <a:bodyPr/>
        <a:lstStyle/>
        <a:p>
          <a:pPr algn="just"/>
          <a:endParaRPr lang="en-US"/>
        </a:p>
      </dgm:t>
    </dgm:pt>
    <dgm:pt modelId="{95538A66-75E9-4B4E-A72B-8D6DAB5740B1}">
      <dgm:prSet/>
      <dgm:spPr/>
      <dgm:t>
        <a:bodyPr/>
        <a:lstStyle/>
        <a:p>
          <a:pPr algn="just">
            <a:lnSpc>
              <a:spcPct val="100000"/>
            </a:lnSpc>
          </a:pPr>
          <a:r>
            <a:rPr lang="en-US"/>
            <a:t>Object-Oriented Model: Integrates object-oriented programming and databases.</a:t>
          </a:r>
        </a:p>
      </dgm:t>
    </dgm:pt>
    <dgm:pt modelId="{0A728557-9243-481D-B163-5A4D02A9A138}" type="parTrans" cxnId="{B43EFD52-8B25-4C62-A8D6-A478B02DC3C9}">
      <dgm:prSet/>
      <dgm:spPr/>
      <dgm:t>
        <a:bodyPr/>
        <a:lstStyle/>
        <a:p>
          <a:pPr algn="just"/>
          <a:endParaRPr lang="en-US"/>
        </a:p>
      </dgm:t>
    </dgm:pt>
    <dgm:pt modelId="{A93E02DA-FB80-4425-B8CF-7A2F97397F9E}" type="sibTrans" cxnId="{B43EFD52-8B25-4C62-A8D6-A478B02DC3C9}">
      <dgm:prSet/>
      <dgm:spPr/>
      <dgm:t>
        <a:bodyPr/>
        <a:lstStyle/>
        <a:p>
          <a:pPr algn="just"/>
          <a:endParaRPr lang="en-US"/>
        </a:p>
      </dgm:t>
    </dgm:pt>
    <dgm:pt modelId="{FDF4E77D-0F86-4663-AC4A-4D6DFCC08A5F}" type="pres">
      <dgm:prSet presAssocID="{A9576C90-FB29-4308-9C7A-2175A7F48795}" presName="root" presStyleCnt="0">
        <dgm:presLayoutVars>
          <dgm:dir/>
          <dgm:resizeHandles val="exact"/>
        </dgm:presLayoutVars>
      </dgm:prSet>
      <dgm:spPr/>
    </dgm:pt>
    <dgm:pt modelId="{01EB3518-9651-4848-8A44-6D203A64AC4E}" type="pres">
      <dgm:prSet presAssocID="{7221BA98-59C7-42A3-8A32-D09F89712265}" presName="compNode" presStyleCnt="0"/>
      <dgm:spPr/>
    </dgm:pt>
    <dgm:pt modelId="{F55E7B02-93DD-4D38-A409-97202404798B}" type="pres">
      <dgm:prSet presAssocID="{7221BA98-59C7-42A3-8A32-D09F89712265}" presName="bgRect" presStyleLbl="bgShp" presStyleIdx="0" presStyleCnt="4"/>
      <dgm:spPr/>
    </dgm:pt>
    <dgm:pt modelId="{5D1FBE92-DBC5-45FE-AD0B-F929DA4ABE21}" type="pres">
      <dgm:prSet presAssocID="{7221BA98-59C7-42A3-8A32-D09F8971226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FAC23E9B-A541-46AD-B137-C830F0909586}" type="pres">
      <dgm:prSet presAssocID="{7221BA98-59C7-42A3-8A32-D09F89712265}" presName="spaceRect" presStyleCnt="0"/>
      <dgm:spPr/>
    </dgm:pt>
    <dgm:pt modelId="{BF9F5999-0D8F-4607-B5B7-91A70E38E9CF}" type="pres">
      <dgm:prSet presAssocID="{7221BA98-59C7-42A3-8A32-D09F89712265}" presName="parTx" presStyleLbl="revTx" presStyleIdx="0" presStyleCnt="4">
        <dgm:presLayoutVars>
          <dgm:chMax val="0"/>
          <dgm:chPref val="0"/>
        </dgm:presLayoutVars>
      </dgm:prSet>
      <dgm:spPr/>
    </dgm:pt>
    <dgm:pt modelId="{2EF993B2-67A4-4128-8CDA-B6D4D8FF968C}" type="pres">
      <dgm:prSet presAssocID="{ABF3148E-487C-4572-8707-F6771E476C0F}" presName="sibTrans" presStyleCnt="0"/>
      <dgm:spPr/>
    </dgm:pt>
    <dgm:pt modelId="{B3D3631E-11F5-46CC-AA11-1641336C6A74}" type="pres">
      <dgm:prSet presAssocID="{766B6729-DDF5-4BF4-A53D-9AC522EE9B90}" presName="compNode" presStyleCnt="0"/>
      <dgm:spPr/>
    </dgm:pt>
    <dgm:pt modelId="{1D66BC86-40CA-496D-9EA0-731FAFF0506C}" type="pres">
      <dgm:prSet presAssocID="{766B6729-DDF5-4BF4-A53D-9AC522EE9B90}" presName="bgRect" presStyleLbl="bgShp" presStyleIdx="1" presStyleCnt="4"/>
      <dgm:spPr/>
    </dgm:pt>
    <dgm:pt modelId="{40FA1D8A-3B7B-46D5-8FE5-04264E5F0CC1}" type="pres">
      <dgm:prSet presAssocID="{766B6729-DDF5-4BF4-A53D-9AC522EE9B9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AEAB2268-3C1E-4A0A-92E5-1CFB5F880647}" type="pres">
      <dgm:prSet presAssocID="{766B6729-DDF5-4BF4-A53D-9AC522EE9B90}" presName="spaceRect" presStyleCnt="0"/>
      <dgm:spPr/>
    </dgm:pt>
    <dgm:pt modelId="{7883E4D7-F5F3-4873-A956-658F8BE8683C}" type="pres">
      <dgm:prSet presAssocID="{766B6729-DDF5-4BF4-A53D-9AC522EE9B90}" presName="parTx" presStyleLbl="revTx" presStyleIdx="1" presStyleCnt="4">
        <dgm:presLayoutVars>
          <dgm:chMax val="0"/>
          <dgm:chPref val="0"/>
        </dgm:presLayoutVars>
      </dgm:prSet>
      <dgm:spPr/>
    </dgm:pt>
    <dgm:pt modelId="{47E8D05A-6BF8-4AED-A4FA-90A3EA66C1BC}" type="pres">
      <dgm:prSet presAssocID="{2A7F7061-2882-45F8-8AFB-209212799ABD}" presName="sibTrans" presStyleCnt="0"/>
      <dgm:spPr/>
    </dgm:pt>
    <dgm:pt modelId="{955385B2-F366-4F6A-8B99-C79A3DC599B1}" type="pres">
      <dgm:prSet presAssocID="{1B8123FB-5D6A-4576-B44D-BAAE1E912BCC}" presName="compNode" presStyleCnt="0"/>
      <dgm:spPr/>
    </dgm:pt>
    <dgm:pt modelId="{C4870444-8C44-4128-8453-3B8A54AD83D7}" type="pres">
      <dgm:prSet presAssocID="{1B8123FB-5D6A-4576-B44D-BAAE1E912BCC}" presName="bgRect" presStyleLbl="bgShp" presStyleIdx="2" presStyleCnt="4"/>
      <dgm:spPr/>
    </dgm:pt>
    <dgm:pt modelId="{A25EAE68-E074-4A21-A111-BEFCB4C7C25F}" type="pres">
      <dgm:prSet presAssocID="{1B8123FB-5D6A-4576-B44D-BAAE1E912BC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497EE19-4A1D-4B2D-BCC0-8103A454EFC8}" type="pres">
      <dgm:prSet presAssocID="{1B8123FB-5D6A-4576-B44D-BAAE1E912BCC}" presName="spaceRect" presStyleCnt="0"/>
      <dgm:spPr/>
    </dgm:pt>
    <dgm:pt modelId="{C0BF19BE-063D-4BD0-BD6B-A7A1429AD3E5}" type="pres">
      <dgm:prSet presAssocID="{1B8123FB-5D6A-4576-B44D-BAAE1E912BCC}" presName="parTx" presStyleLbl="revTx" presStyleIdx="2" presStyleCnt="4">
        <dgm:presLayoutVars>
          <dgm:chMax val="0"/>
          <dgm:chPref val="0"/>
        </dgm:presLayoutVars>
      </dgm:prSet>
      <dgm:spPr/>
    </dgm:pt>
    <dgm:pt modelId="{B1385D4C-4065-45E8-BDC6-B506F0B2EE01}" type="pres">
      <dgm:prSet presAssocID="{B66C3A51-8BCA-48AE-88EC-ED0271BE0DEA}" presName="sibTrans" presStyleCnt="0"/>
      <dgm:spPr/>
    </dgm:pt>
    <dgm:pt modelId="{72C04F73-ABD0-4A7F-911F-CC896EA2B744}" type="pres">
      <dgm:prSet presAssocID="{95538A66-75E9-4B4E-A72B-8D6DAB5740B1}" presName="compNode" presStyleCnt="0"/>
      <dgm:spPr/>
    </dgm:pt>
    <dgm:pt modelId="{C4A5590A-9568-469C-9E62-6C65DCA6D856}" type="pres">
      <dgm:prSet presAssocID="{95538A66-75E9-4B4E-A72B-8D6DAB5740B1}" presName="bgRect" presStyleLbl="bgShp" presStyleIdx="3" presStyleCnt="4"/>
      <dgm:spPr/>
    </dgm:pt>
    <dgm:pt modelId="{C50FAA8E-6AA4-4269-8011-4AB953D49A02}" type="pres">
      <dgm:prSet presAssocID="{95538A66-75E9-4B4E-A72B-8D6DAB5740B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F57E0ED-8CF8-4997-A8FA-A1C72EB18F1F}" type="pres">
      <dgm:prSet presAssocID="{95538A66-75E9-4B4E-A72B-8D6DAB5740B1}" presName="spaceRect" presStyleCnt="0"/>
      <dgm:spPr/>
    </dgm:pt>
    <dgm:pt modelId="{210816C5-D370-4DC3-8AF8-6856CEF193B9}" type="pres">
      <dgm:prSet presAssocID="{95538A66-75E9-4B4E-A72B-8D6DAB5740B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8FD9D14-E0F6-4F66-9E8B-157E2BDEDCE4}" type="presOf" srcId="{A9576C90-FB29-4308-9C7A-2175A7F48795}" destId="{FDF4E77D-0F86-4663-AC4A-4D6DFCC08A5F}" srcOrd="0" destOrd="0" presId="urn:microsoft.com/office/officeart/2018/2/layout/IconVerticalSolidList"/>
    <dgm:cxn modelId="{E8AE0436-DB1E-4D1F-9C6A-DBD713169F7F}" type="presOf" srcId="{766B6729-DDF5-4BF4-A53D-9AC522EE9B90}" destId="{7883E4D7-F5F3-4873-A956-658F8BE8683C}" srcOrd="0" destOrd="0" presId="urn:microsoft.com/office/officeart/2018/2/layout/IconVerticalSolidList"/>
    <dgm:cxn modelId="{4B73FC66-6BBD-4752-9D4B-A5D6DD740F3B}" type="presOf" srcId="{7221BA98-59C7-42A3-8A32-D09F89712265}" destId="{BF9F5999-0D8F-4607-B5B7-91A70E38E9CF}" srcOrd="0" destOrd="0" presId="urn:microsoft.com/office/officeart/2018/2/layout/IconVerticalSolidList"/>
    <dgm:cxn modelId="{B43EFD52-8B25-4C62-A8D6-A478B02DC3C9}" srcId="{A9576C90-FB29-4308-9C7A-2175A7F48795}" destId="{95538A66-75E9-4B4E-A72B-8D6DAB5740B1}" srcOrd="3" destOrd="0" parTransId="{0A728557-9243-481D-B163-5A4D02A9A138}" sibTransId="{A93E02DA-FB80-4425-B8CF-7A2F97397F9E}"/>
    <dgm:cxn modelId="{75329074-9B1A-4FFC-9FB5-D97FED20ECD2}" srcId="{A9576C90-FB29-4308-9C7A-2175A7F48795}" destId="{7221BA98-59C7-42A3-8A32-D09F89712265}" srcOrd="0" destOrd="0" parTransId="{6A213D4C-6190-4C1D-99B4-B9C4783E1E58}" sibTransId="{ABF3148E-487C-4572-8707-F6771E476C0F}"/>
    <dgm:cxn modelId="{EC4CA594-7D3B-4951-8A98-BC68CF7376A0}" type="presOf" srcId="{1B8123FB-5D6A-4576-B44D-BAAE1E912BCC}" destId="{C0BF19BE-063D-4BD0-BD6B-A7A1429AD3E5}" srcOrd="0" destOrd="0" presId="urn:microsoft.com/office/officeart/2018/2/layout/IconVerticalSolidList"/>
    <dgm:cxn modelId="{489944AD-BA82-4FB6-BC6E-D72B49C92241}" type="presOf" srcId="{95538A66-75E9-4B4E-A72B-8D6DAB5740B1}" destId="{210816C5-D370-4DC3-8AF8-6856CEF193B9}" srcOrd="0" destOrd="0" presId="urn:microsoft.com/office/officeart/2018/2/layout/IconVerticalSolidList"/>
    <dgm:cxn modelId="{F92322B4-88ED-4472-8758-B02AB207330B}" srcId="{A9576C90-FB29-4308-9C7A-2175A7F48795}" destId="{1B8123FB-5D6A-4576-B44D-BAAE1E912BCC}" srcOrd="2" destOrd="0" parTransId="{0CCC6468-A99B-4ACD-94A3-718A7C1E85C2}" sibTransId="{B66C3A51-8BCA-48AE-88EC-ED0271BE0DEA}"/>
    <dgm:cxn modelId="{E39B5BF6-266A-4FF9-866D-78AC088CED9F}" srcId="{A9576C90-FB29-4308-9C7A-2175A7F48795}" destId="{766B6729-DDF5-4BF4-A53D-9AC522EE9B90}" srcOrd="1" destOrd="0" parTransId="{C151563B-1B9B-4610-8336-BB35AF840BC6}" sibTransId="{2A7F7061-2882-45F8-8AFB-209212799ABD}"/>
    <dgm:cxn modelId="{BCEB9CCA-4801-4FAF-8E23-A0F6AE0D9860}" type="presParOf" srcId="{FDF4E77D-0F86-4663-AC4A-4D6DFCC08A5F}" destId="{01EB3518-9651-4848-8A44-6D203A64AC4E}" srcOrd="0" destOrd="0" presId="urn:microsoft.com/office/officeart/2018/2/layout/IconVerticalSolidList"/>
    <dgm:cxn modelId="{25DCA0F9-A2E6-4053-AF4F-B9F520BA52BC}" type="presParOf" srcId="{01EB3518-9651-4848-8A44-6D203A64AC4E}" destId="{F55E7B02-93DD-4D38-A409-97202404798B}" srcOrd="0" destOrd="0" presId="urn:microsoft.com/office/officeart/2018/2/layout/IconVerticalSolidList"/>
    <dgm:cxn modelId="{01799CE0-3808-4196-864F-3F6D0F159CFE}" type="presParOf" srcId="{01EB3518-9651-4848-8A44-6D203A64AC4E}" destId="{5D1FBE92-DBC5-45FE-AD0B-F929DA4ABE21}" srcOrd="1" destOrd="0" presId="urn:microsoft.com/office/officeart/2018/2/layout/IconVerticalSolidList"/>
    <dgm:cxn modelId="{EFE7AA2B-3955-4B52-BF0D-7973885309C0}" type="presParOf" srcId="{01EB3518-9651-4848-8A44-6D203A64AC4E}" destId="{FAC23E9B-A541-46AD-B137-C830F0909586}" srcOrd="2" destOrd="0" presId="urn:microsoft.com/office/officeart/2018/2/layout/IconVerticalSolidList"/>
    <dgm:cxn modelId="{0C4BB9B4-2DD8-44BD-89F5-305A6E69266F}" type="presParOf" srcId="{01EB3518-9651-4848-8A44-6D203A64AC4E}" destId="{BF9F5999-0D8F-4607-B5B7-91A70E38E9CF}" srcOrd="3" destOrd="0" presId="urn:microsoft.com/office/officeart/2018/2/layout/IconVerticalSolidList"/>
    <dgm:cxn modelId="{DE0F3E32-5870-4AC0-AC06-18675E7BBE62}" type="presParOf" srcId="{FDF4E77D-0F86-4663-AC4A-4D6DFCC08A5F}" destId="{2EF993B2-67A4-4128-8CDA-B6D4D8FF968C}" srcOrd="1" destOrd="0" presId="urn:microsoft.com/office/officeart/2018/2/layout/IconVerticalSolidList"/>
    <dgm:cxn modelId="{A7EB8215-1698-4B95-95AC-89DB4CE56042}" type="presParOf" srcId="{FDF4E77D-0F86-4663-AC4A-4D6DFCC08A5F}" destId="{B3D3631E-11F5-46CC-AA11-1641336C6A74}" srcOrd="2" destOrd="0" presId="urn:microsoft.com/office/officeart/2018/2/layout/IconVerticalSolidList"/>
    <dgm:cxn modelId="{B54588DA-5C2B-4C54-B284-6835FD484988}" type="presParOf" srcId="{B3D3631E-11F5-46CC-AA11-1641336C6A74}" destId="{1D66BC86-40CA-496D-9EA0-731FAFF0506C}" srcOrd="0" destOrd="0" presId="urn:microsoft.com/office/officeart/2018/2/layout/IconVerticalSolidList"/>
    <dgm:cxn modelId="{C21F3846-7260-48A8-B5A8-FEB8CF22EC7C}" type="presParOf" srcId="{B3D3631E-11F5-46CC-AA11-1641336C6A74}" destId="{40FA1D8A-3B7B-46D5-8FE5-04264E5F0CC1}" srcOrd="1" destOrd="0" presId="urn:microsoft.com/office/officeart/2018/2/layout/IconVerticalSolidList"/>
    <dgm:cxn modelId="{48C302C0-3711-4F14-850B-EAC0E5E42B5F}" type="presParOf" srcId="{B3D3631E-11F5-46CC-AA11-1641336C6A74}" destId="{AEAB2268-3C1E-4A0A-92E5-1CFB5F880647}" srcOrd="2" destOrd="0" presId="urn:microsoft.com/office/officeart/2018/2/layout/IconVerticalSolidList"/>
    <dgm:cxn modelId="{2A31D2FB-5760-48E2-B11F-8795731F8292}" type="presParOf" srcId="{B3D3631E-11F5-46CC-AA11-1641336C6A74}" destId="{7883E4D7-F5F3-4873-A956-658F8BE8683C}" srcOrd="3" destOrd="0" presId="urn:microsoft.com/office/officeart/2018/2/layout/IconVerticalSolidList"/>
    <dgm:cxn modelId="{A392D044-B63D-4154-9869-7CA1AFB639A5}" type="presParOf" srcId="{FDF4E77D-0F86-4663-AC4A-4D6DFCC08A5F}" destId="{47E8D05A-6BF8-4AED-A4FA-90A3EA66C1BC}" srcOrd="3" destOrd="0" presId="urn:microsoft.com/office/officeart/2018/2/layout/IconVerticalSolidList"/>
    <dgm:cxn modelId="{8A8E5EC9-40BC-4CE0-A7F2-D82B309233E9}" type="presParOf" srcId="{FDF4E77D-0F86-4663-AC4A-4D6DFCC08A5F}" destId="{955385B2-F366-4F6A-8B99-C79A3DC599B1}" srcOrd="4" destOrd="0" presId="urn:microsoft.com/office/officeart/2018/2/layout/IconVerticalSolidList"/>
    <dgm:cxn modelId="{606F8570-2AA4-45F8-B7B7-0760B52B1F66}" type="presParOf" srcId="{955385B2-F366-4F6A-8B99-C79A3DC599B1}" destId="{C4870444-8C44-4128-8453-3B8A54AD83D7}" srcOrd="0" destOrd="0" presId="urn:microsoft.com/office/officeart/2018/2/layout/IconVerticalSolidList"/>
    <dgm:cxn modelId="{6A2E52FF-4409-4701-AFD5-DEC1169BB506}" type="presParOf" srcId="{955385B2-F366-4F6A-8B99-C79A3DC599B1}" destId="{A25EAE68-E074-4A21-A111-BEFCB4C7C25F}" srcOrd="1" destOrd="0" presId="urn:microsoft.com/office/officeart/2018/2/layout/IconVerticalSolidList"/>
    <dgm:cxn modelId="{8A2AEEDD-66CF-448E-A5F9-ECBC906E5ECE}" type="presParOf" srcId="{955385B2-F366-4F6A-8B99-C79A3DC599B1}" destId="{C497EE19-4A1D-4B2D-BCC0-8103A454EFC8}" srcOrd="2" destOrd="0" presId="urn:microsoft.com/office/officeart/2018/2/layout/IconVerticalSolidList"/>
    <dgm:cxn modelId="{4AF1817F-8B24-411E-8C86-2C5BA3B5BB71}" type="presParOf" srcId="{955385B2-F366-4F6A-8B99-C79A3DC599B1}" destId="{C0BF19BE-063D-4BD0-BD6B-A7A1429AD3E5}" srcOrd="3" destOrd="0" presId="urn:microsoft.com/office/officeart/2018/2/layout/IconVerticalSolidList"/>
    <dgm:cxn modelId="{0931F9B8-CC5F-4DF9-A2EA-D9EF83673A68}" type="presParOf" srcId="{FDF4E77D-0F86-4663-AC4A-4D6DFCC08A5F}" destId="{B1385D4C-4065-45E8-BDC6-B506F0B2EE01}" srcOrd="5" destOrd="0" presId="urn:microsoft.com/office/officeart/2018/2/layout/IconVerticalSolidList"/>
    <dgm:cxn modelId="{9A7330F1-7250-4465-9680-E7548468FE4D}" type="presParOf" srcId="{FDF4E77D-0F86-4663-AC4A-4D6DFCC08A5F}" destId="{72C04F73-ABD0-4A7F-911F-CC896EA2B744}" srcOrd="6" destOrd="0" presId="urn:microsoft.com/office/officeart/2018/2/layout/IconVerticalSolidList"/>
    <dgm:cxn modelId="{FF518104-E939-4F7C-83E7-54F8B355217E}" type="presParOf" srcId="{72C04F73-ABD0-4A7F-911F-CC896EA2B744}" destId="{C4A5590A-9568-469C-9E62-6C65DCA6D856}" srcOrd="0" destOrd="0" presId="urn:microsoft.com/office/officeart/2018/2/layout/IconVerticalSolidList"/>
    <dgm:cxn modelId="{0301EDF3-5926-4825-884C-4D308CB70512}" type="presParOf" srcId="{72C04F73-ABD0-4A7F-911F-CC896EA2B744}" destId="{C50FAA8E-6AA4-4269-8011-4AB953D49A02}" srcOrd="1" destOrd="0" presId="urn:microsoft.com/office/officeart/2018/2/layout/IconVerticalSolidList"/>
    <dgm:cxn modelId="{B70737BF-7E64-48DD-ADD6-8F3B21BC4A1E}" type="presParOf" srcId="{72C04F73-ABD0-4A7F-911F-CC896EA2B744}" destId="{1F57E0ED-8CF8-4997-A8FA-A1C72EB18F1F}" srcOrd="2" destOrd="0" presId="urn:microsoft.com/office/officeart/2018/2/layout/IconVerticalSolidList"/>
    <dgm:cxn modelId="{D9239801-5E8B-4E26-8E34-E5F52F335984}" type="presParOf" srcId="{72C04F73-ABD0-4A7F-911F-CC896EA2B744}" destId="{210816C5-D370-4DC3-8AF8-6856CEF193B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2807343-9048-447B-A807-DEE0720A266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5F66DE3-FD0C-4298-ACDA-57FECFD072B5}">
      <dgm:prSet/>
      <dgm:spPr/>
      <dgm:t>
        <a:bodyPr/>
        <a:lstStyle/>
        <a:p>
          <a:r>
            <a:rPr lang="en-US"/>
            <a:t>Databases store and manage data for easy retrieval and manipulation.</a:t>
          </a:r>
        </a:p>
      </dgm:t>
    </dgm:pt>
    <dgm:pt modelId="{29FF5690-7779-49DB-872D-3201E94C7F8E}" type="parTrans" cxnId="{1FA9CF6B-56AF-4B9C-A2D4-EB604C954546}">
      <dgm:prSet/>
      <dgm:spPr/>
      <dgm:t>
        <a:bodyPr/>
        <a:lstStyle/>
        <a:p>
          <a:endParaRPr lang="en-US"/>
        </a:p>
      </dgm:t>
    </dgm:pt>
    <dgm:pt modelId="{4EAE9A64-4A11-4778-B6D4-99E81273BD4A}" type="sibTrans" cxnId="{1FA9CF6B-56AF-4B9C-A2D4-EB604C954546}">
      <dgm:prSet/>
      <dgm:spPr/>
      <dgm:t>
        <a:bodyPr/>
        <a:lstStyle/>
        <a:p>
          <a:endParaRPr lang="en-US"/>
        </a:p>
      </dgm:t>
    </dgm:pt>
    <dgm:pt modelId="{E6CFFAAF-CC01-42A0-99E4-B9DA977D29E3}">
      <dgm:prSet/>
      <dgm:spPr/>
      <dgm:t>
        <a:bodyPr/>
        <a:lstStyle/>
        <a:p>
          <a:r>
            <a:rPr lang="en-US"/>
            <a:t>Types of databases include relational, hierarchical, and NoSQL.</a:t>
          </a:r>
        </a:p>
      </dgm:t>
    </dgm:pt>
    <dgm:pt modelId="{733B920D-3F48-49CF-A8D8-072D889CBA00}" type="parTrans" cxnId="{5FB4C171-0A3D-4132-AA1F-FC1D2EACD11B}">
      <dgm:prSet/>
      <dgm:spPr/>
      <dgm:t>
        <a:bodyPr/>
        <a:lstStyle/>
        <a:p>
          <a:endParaRPr lang="en-US"/>
        </a:p>
      </dgm:t>
    </dgm:pt>
    <dgm:pt modelId="{F918A089-C7D6-4026-A737-531850F0AA06}" type="sibTrans" cxnId="{5FB4C171-0A3D-4132-AA1F-FC1D2EACD11B}">
      <dgm:prSet/>
      <dgm:spPr/>
      <dgm:t>
        <a:bodyPr/>
        <a:lstStyle/>
        <a:p>
          <a:endParaRPr lang="en-US"/>
        </a:p>
      </dgm:t>
    </dgm:pt>
    <dgm:pt modelId="{24296938-AEDF-4AFC-B3ED-F9FC10BF297E}">
      <dgm:prSet/>
      <dgm:spPr/>
      <dgm:t>
        <a:bodyPr/>
        <a:lstStyle/>
        <a:p>
          <a:r>
            <a:rPr lang="en-US"/>
            <a:t>DBMS enables efficient interaction with databases.</a:t>
          </a:r>
        </a:p>
      </dgm:t>
    </dgm:pt>
    <dgm:pt modelId="{93BF8184-B94A-4F7E-96EF-3377DE27BDE0}" type="parTrans" cxnId="{E3AD010E-80D4-41ED-A151-5BCD3B4C4AB8}">
      <dgm:prSet/>
      <dgm:spPr/>
      <dgm:t>
        <a:bodyPr/>
        <a:lstStyle/>
        <a:p>
          <a:endParaRPr lang="en-US"/>
        </a:p>
      </dgm:t>
    </dgm:pt>
    <dgm:pt modelId="{3FC50356-8404-4B4C-BE8D-1704D929B3F6}" type="sibTrans" cxnId="{E3AD010E-80D4-41ED-A151-5BCD3B4C4AB8}">
      <dgm:prSet/>
      <dgm:spPr/>
      <dgm:t>
        <a:bodyPr/>
        <a:lstStyle/>
        <a:p>
          <a:endParaRPr lang="en-US"/>
        </a:p>
      </dgm:t>
    </dgm:pt>
    <dgm:pt modelId="{DACEFCEC-E7ED-4665-8252-BF2D0866ACD1}">
      <dgm:prSet/>
      <dgm:spPr/>
      <dgm:t>
        <a:bodyPr/>
        <a:lstStyle/>
        <a:p>
          <a:r>
            <a:rPr lang="en-US"/>
            <a:t>Data models define how data is structured and accessed.</a:t>
          </a:r>
        </a:p>
      </dgm:t>
    </dgm:pt>
    <dgm:pt modelId="{4633CE54-9FCC-4A9B-93DC-342BB104D5E0}" type="parTrans" cxnId="{A9121EEF-0B83-404B-ADC3-165199B82EF7}">
      <dgm:prSet/>
      <dgm:spPr/>
      <dgm:t>
        <a:bodyPr/>
        <a:lstStyle/>
        <a:p>
          <a:endParaRPr lang="en-US"/>
        </a:p>
      </dgm:t>
    </dgm:pt>
    <dgm:pt modelId="{E8841FAB-F619-45AC-B33D-645BD2B35AEF}" type="sibTrans" cxnId="{A9121EEF-0B83-404B-ADC3-165199B82EF7}">
      <dgm:prSet/>
      <dgm:spPr/>
      <dgm:t>
        <a:bodyPr/>
        <a:lstStyle/>
        <a:p>
          <a:endParaRPr lang="en-US"/>
        </a:p>
      </dgm:t>
    </dgm:pt>
    <dgm:pt modelId="{AA2B546E-D40E-401A-87DC-347CEEC757CE}" type="pres">
      <dgm:prSet presAssocID="{92807343-9048-447B-A807-DEE0720A266F}" presName="linear" presStyleCnt="0">
        <dgm:presLayoutVars>
          <dgm:animLvl val="lvl"/>
          <dgm:resizeHandles val="exact"/>
        </dgm:presLayoutVars>
      </dgm:prSet>
      <dgm:spPr/>
    </dgm:pt>
    <dgm:pt modelId="{8B9590E6-6F91-48B0-8929-5673164D815E}" type="pres">
      <dgm:prSet presAssocID="{55F66DE3-FD0C-4298-ACDA-57FECFD072B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5D8F97B-4522-4DAB-AAA8-A0857D75271B}" type="pres">
      <dgm:prSet presAssocID="{4EAE9A64-4A11-4778-B6D4-99E81273BD4A}" presName="spacer" presStyleCnt="0"/>
      <dgm:spPr/>
    </dgm:pt>
    <dgm:pt modelId="{8F2F143E-33D7-4CC7-AFAF-C786BAFF02CF}" type="pres">
      <dgm:prSet presAssocID="{E6CFFAAF-CC01-42A0-99E4-B9DA977D29E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E106597-A664-4BC6-874C-556B4973E0F3}" type="pres">
      <dgm:prSet presAssocID="{F918A089-C7D6-4026-A737-531850F0AA06}" presName="spacer" presStyleCnt="0"/>
      <dgm:spPr/>
    </dgm:pt>
    <dgm:pt modelId="{BADD9047-9210-417F-97B0-3E8290ED5662}" type="pres">
      <dgm:prSet presAssocID="{24296938-AEDF-4AFC-B3ED-F9FC10BF297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DAEA5EE-940E-4596-A834-F5DDC661D111}" type="pres">
      <dgm:prSet presAssocID="{3FC50356-8404-4B4C-BE8D-1704D929B3F6}" presName="spacer" presStyleCnt="0"/>
      <dgm:spPr/>
    </dgm:pt>
    <dgm:pt modelId="{8D242F0E-D876-45F9-81C4-574A2E07A651}" type="pres">
      <dgm:prSet presAssocID="{DACEFCEC-E7ED-4665-8252-BF2D0866ACD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3AD010E-80D4-41ED-A151-5BCD3B4C4AB8}" srcId="{92807343-9048-447B-A807-DEE0720A266F}" destId="{24296938-AEDF-4AFC-B3ED-F9FC10BF297E}" srcOrd="2" destOrd="0" parTransId="{93BF8184-B94A-4F7E-96EF-3377DE27BDE0}" sibTransId="{3FC50356-8404-4B4C-BE8D-1704D929B3F6}"/>
    <dgm:cxn modelId="{21CC4B29-8018-4588-B2FE-00917F6791F5}" type="presOf" srcId="{24296938-AEDF-4AFC-B3ED-F9FC10BF297E}" destId="{BADD9047-9210-417F-97B0-3E8290ED5662}" srcOrd="0" destOrd="0" presId="urn:microsoft.com/office/officeart/2005/8/layout/vList2"/>
    <dgm:cxn modelId="{74991366-22D3-4705-B3ED-1D164DADBA5C}" type="presOf" srcId="{DACEFCEC-E7ED-4665-8252-BF2D0866ACD1}" destId="{8D242F0E-D876-45F9-81C4-574A2E07A651}" srcOrd="0" destOrd="0" presId="urn:microsoft.com/office/officeart/2005/8/layout/vList2"/>
    <dgm:cxn modelId="{1FA9CF6B-56AF-4B9C-A2D4-EB604C954546}" srcId="{92807343-9048-447B-A807-DEE0720A266F}" destId="{55F66DE3-FD0C-4298-ACDA-57FECFD072B5}" srcOrd="0" destOrd="0" parTransId="{29FF5690-7779-49DB-872D-3201E94C7F8E}" sibTransId="{4EAE9A64-4A11-4778-B6D4-99E81273BD4A}"/>
    <dgm:cxn modelId="{9265186E-92DD-4BD1-8EF1-8F3B4DCB5764}" type="presOf" srcId="{E6CFFAAF-CC01-42A0-99E4-B9DA977D29E3}" destId="{8F2F143E-33D7-4CC7-AFAF-C786BAFF02CF}" srcOrd="0" destOrd="0" presId="urn:microsoft.com/office/officeart/2005/8/layout/vList2"/>
    <dgm:cxn modelId="{5FB4C171-0A3D-4132-AA1F-FC1D2EACD11B}" srcId="{92807343-9048-447B-A807-DEE0720A266F}" destId="{E6CFFAAF-CC01-42A0-99E4-B9DA977D29E3}" srcOrd="1" destOrd="0" parTransId="{733B920D-3F48-49CF-A8D8-072D889CBA00}" sibTransId="{F918A089-C7D6-4026-A737-531850F0AA06}"/>
    <dgm:cxn modelId="{DC84B8C0-8E9B-4420-9C1E-C472898CB341}" type="presOf" srcId="{92807343-9048-447B-A807-DEE0720A266F}" destId="{AA2B546E-D40E-401A-87DC-347CEEC757CE}" srcOrd="0" destOrd="0" presId="urn:microsoft.com/office/officeart/2005/8/layout/vList2"/>
    <dgm:cxn modelId="{A9121EEF-0B83-404B-ADC3-165199B82EF7}" srcId="{92807343-9048-447B-A807-DEE0720A266F}" destId="{DACEFCEC-E7ED-4665-8252-BF2D0866ACD1}" srcOrd="3" destOrd="0" parTransId="{4633CE54-9FCC-4A9B-93DC-342BB104D5E0}" sibTransId="{E8841FAB-F619-45AC-B33D-645BD2B35AEF}"/>
    <dgm:cxn modelId="{6A336FFC-A83A-4360-BA5D-110C7D14B462}" type="presOf" srcId="{55F66DE3-FD0C-4298-ACDA-57FECFD072B5}" destId="{8B9590E6-6F91-48B0-8929-5673164D815E}" srcOrd="0" destOrd="0" presId="urn:microsoft.com/office/officeart/2005/8/layout/vList2"/>
    <dgm:cxn modelId="{54D7797C-0894-488C-8625-D60125839665}" type="presParOf" srcId="{AA2B546E-D40E-401A-87DC-347CEEC757CE}" destId="{8B9590E6-6F91-48B0-8929-5673164D815E}" srcOrd="0" destOrd="0" presId="urn:microsoft.com/office/officeart/2005/8/layout/vList2"/>
    <dgm:cxn modelId="{712D4908-AEDC-474C-B740-F5AAF6A9F21B}" type="presParOf" srcId="{AA2B546E-D40E-401A-87DC-347CEEC757CE}" destId="{E5D8F97B-4522-4DAB-AAA8-A0857D75271B}" srcOrd="1" destOrd="0" presId="urn:microsoft.com/office/officeart/2005/8/layout/vList2"/>
    <dgm:cxn modelId="{9417AAA7-D95F-40D6-9A16-33454D33A4A8}" type="presParOf" srcId="{AA2B546E-D40E-401A-87DC-347CEEC757CE}" destId="{8F2F143E-33D7-4CC7-AFAF-C786BAFF02CF}" srcOrd="2" destOrd="0" presId="urn:microsoft.com/office/officeart/2005/8/layout/vList2"/>
    <dgm:cxn modelId="{3B02B8EB-B169-40B2-9BCE-85384B44E787}" type="presParOf" srcId="{AA2B546E-D40E-401A-87DC-347CEEC757CE}" destId="{3E106597-A664-4BC6-874C-556B4973E0F3}" srcOrd="3" destOrd="0" presId="urn:microsoft.com/office/officeart/2005/8/layout/vList2"/>
    <dgm:cxn modelId="{5C60595A-A99D-4DE0-AE64-B0C8ED43A5B8}" type="presParOf" srcId="{AA2B546E-D40E-401A-87DC-347CEEC757CE}" destId="{BADD9047-9210-417F-97B0-3E8290ED5662}" srcOrd="4" destOrd="0" presId="urn:microsoft.com/office/officeart/2005/8/layout/vList2"/>
    <dgm:cxn modelId="{27851331-5AC2-4CA8-8BEE-A55803FE9ADD}" type="presParOf" srcId="{AA2B546E-D40E-401A-87DC-347CEEC757CE}" destId="{9DAEA5EE-940E-4596-A834-F5DDC661D111}" srcOrd="5" destOrd="0" presId="urn:microsoft.com/office/officeart/2005/8/layout/vList2"/>
    <dgm:cxn modelId="{EE95E509-5652-4C7D-BDF9-D712DC557DE4}" type="presParOf" srcId="{AA2B546E-D40E-401A-87DC-347CEEC757CE}" destId="{8D242F0E-D876-45F9-81C4-574A2E07A65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99CF20-988D-4E8A-888E-51C09D878B35}">
      <dsp:nvSpPr>
        <dsp:cNvPr id="0" name=""/>
        <dsp:cNvSpPr/>
      </dsp:nvSpPr>
      <dsp:spPr>
        <a:xfrm>
          <a:off x="0" y="1557"/>
          <a:ext cx="5291663" cy="78941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BA73E-B937-46BA-8245-7855BB570691}">
      <dsp:nvSpPr>
        <dsp:cNvPr id="0" name=""/>
        <dsp:cNvSpPr/>
      </dsp:nvSpPr>
      <dsp:spPr>
        <a:xfrm>
          <a:off x="238798" y="179176"/>
          <a:ext cx="434179" cy="4341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3061A-B021-466A-95ED-A6DD9BAAC845}">
      <dsp:nvSpPr>
        <dsp:cNvPr id="0" name=""/>
        <dsp:cNvSpPr/>
      </dsp:nvSpPr>
      <dsp:spPr>
        <a:xfrm>
          <a:off x="911777" y="1557"/>
          <a:ext cx="4379885" cy="789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47" tIns="83547" rIns="83547" bIns="8354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Course Title: Database Systems (CS-207)</a:t>
          </a:r>
        </a:p>
      </dsp:txBody>
      <dsp:txXfrm>
        <a:off x="911777" y="1557"/>
        <a:ext cx="4379885" cy="789417"/>
      </dsp:txXfrm>
    </dsp:sp>
    <dsp:sp modelId="{758D61D8-F038-4AC5-82F4-63A51AF84682}">
      <dsp:nvSpPr>
        <dsp:cNvPr id="0" name=""/>
        <dsp:cNvSpPr/>
      </dsp:nvSpPr>
      <dsp:spPr>
        <a:xfrm>
          <a:off x="0" y="988329"/>
          <a:ext cx="5291663" cy="78941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0A5375-37CE-411F-BBF9-FC330E7063EE}">
      <dsp:nvSpPr>
        <dsp:cNvPr id="0" name=""/>
        <dsp:cNvSpPr/>
      </dsp:nvSpPr>
      <dsp:spPr>
        <a:xfrm>
          <a:off x="238798" y="1165948"/>
          <a:ext cx="434179" cy="4341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083B18-E221-4A7E-A75D-404DB89A3F9B}">
      <dsp:nvSpPr>
        <dsp:cNvPr id="0" name=""/>
        <dsp:cNvSpPr/>
      </dsp:nvSpPr>
      <dsp:spPr>
        <a:xfrm>
          <a:off x="911777" y="988329"/>
          <a:ext cx="4379885" cy="789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47" tIns="83547" rIns="83547" bIns="8354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Instructor: Engr. Muhammad Younis</a:t>
          </a:r>
        </a:p>
      </dsp:txBody>
      <dsp:txXfrm>
        <a:off x="911777" y="988329"/>
        <a:ext cx="4379885" cy="789417"/>
      </dsp:txXfrm>
    </dsp:sp>
    <dsp:sp modelId="{1FBD3F98-BDD8-469A-83E6-9EE1667291F1}">
      <dsp:nvSpPr>
        <dsp:cNvPr id="0" name=""/>
        <dsp:cNvSpPr/>
      </dsp:nvSpPr>
      <dsp:spPr>
        <a:xfrm>
          <a:off x="0" y="1975101"/>
          <a:ext cx="5291663" cy="78941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169901-911F-47ED-9BAB-53E556796B7F}">
      <dsp:nvSpPr>
        <dsp:cNvPr id="0" name=""/>
        <dsp:cNvSpPr/>
      </dsp:nvSpPr>
      <dsp:spPr>
        <a:xfrm>
          <a:off x="238798" y="2152720"/>
          <a:ext cx="434179" cy="4341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78B6AA-4BAC-422A-BB69-C700762F14A8}">
      <dsp:nvSpPr>
        <dsp:cNvPr id="0" name=""/>
        <dsp:cNvSpPr/>
      </dsp:nvSpPr>
      <dsp:spPr>
        <a:xfrm>
          <a:off x="911777" y="1975101"/>
          <a:ext cx="4379885" cy="789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47" tIns="83547" rIns="83547" bIns="8354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Credit Hours: 3+1</a:t>
          </a:r>
        </a:p>
      </dsp:txBody>
      <dsp:txXfrm>
        <a:off x="911777" y="1975101"/>
        <a:ext cx="4379885" cy="789417"/>
      </dsp:txXfrm>
    </dsp:sp>
    <dsp:sp modelId="{AFA4280E-8D07-4EC3-B1C6-1BF4D8668292}">
      <dsp:nvSpPr>
        <dsp:cNvPr id="0" name=""/>
        <dsp:cNvSpPr/>
      </dsp:nvSpPr>
      <dsp:spPr>
        <a:xfrm>
          <a:off x="0" y="2961873"/>
          <a:ext cx="5291663" cy="789417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D9033-48E1-4BB8-AC8E-087934719050}">
      <dsp:nvSpPr>
        <dsp:cNvPr id="0" name=""/>
        <dsp:cNvSpPr/>
      </dsp:nvSpPr>
      <dsp:spPr>
        <a:xfrm>
          <a:off x="238798" y="3139492"/>
          <a:ext cx="434179" cy="4341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9C5B99-8A7C-4813-9F6F-C35E3F2B6A20}">
      <dsp:nvSpPr>
        <dsp:cNvPr id="0" name=""/>
        <dsp:cNvSpPr/>
      </dsp:nvSpPr>
      <dsp:spPr>
        <a:xfrm>
          <a:off x="911777" y="2961873"/>
          <a:ext cx="4379885" cy="7894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547" tIns="83547" rIns="83547" bIns="83547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Email: myounis.faculty@aror.edu.pk</a:t>
          </a:r>
        </a:p>
      </dsp:txBody>
      <dsp:txXfrm>
        <a:off x="911777" y="2961873"/>
        <a:ext cx="4379885" cy="7894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ED6B7-B3C1-4179-B10F-00ED0099433A}">
      <dsp:nvSpPr>
        <dsp:cNvPr id="0" name=""/>
        <dsp:cNvSpPr/>
      </dsp:nvSpPr>
      <dsp:spPr>
        <a:xfrm>
          <a:off x="0" y="58396"/>
          <a:ext cx="5257800" cy="7985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Attendance must be at least 75%</a:t>
          </a:r>
        </a:p>
      </dsp:txBody>
      <dsp:txXfrm>
        <a:off x="38981" y="97377"/>
        <a:ext cx="5179838" cy="720562"/>
      </dsp:txXfrm>
    </dsp:sp>
    <dsp:sp modelId="{8923FE06-67ED-4C54-8662-B350ECE9D2D3}">
      <dsp:nvSpPr>
        <dsp:cNvPr id="0" name=""/>
        <dsp:cNvSpPr/>
      </dsp:nvSpPr>
      <dsp:spPr>
        <a:xfrm>
          <a:off x="0" y="917401"/>
          <a:ext cx="5257800" cy="7985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Discipline</a:t>
          </a:r>
        </a:p>
      </dsp:txBody>
      <dsp:txXfrm>
        <a:off x="38981" y="956382"/>
        <a:ext cx="5179838" cy="720562"/>
      </dsp:txXfrm>
    </dsp:sp>
    <dsp:sp modelId="{60954C65-ECC8-46C6-ADAD-2731AC9823D7}">
      <dsp:nvSpPr>
        <dsp:cNvPr id="0" name=""/>
        <dsp:cNvSpPr/>
      </dsp:nvSpPr>
      <dsp:spPr>
        <a:xfrm>
          <a:off x="0" y="1776406"/>
          <a:ext cx="5257800" cy="7985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Usage of mobile phone during class is </a:t>
          </a:r>
          <a:r>
            <a:rPr lang="en-US" sz="21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strictly prohibited</a:t>
          </a:r>
          <a:r>
            <a:rPr lang="en-US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</dsp:txBody>
      <dsp:txXfrm>
        <a:off x="38981" y="1815387"/>
        <a:ext cx="5179838" cy="720562"/>
      </dsp:txXfrm>
    </dsp:sp>
    <dsp:sp modelId="{E63A38C9-62C9-4465-BA2C-1FCD9FEDEC94}">
      <dsp:nvSpPr>
        <dsp:cNvPr id="0" name=""/>
        <dsp:cNvSpPr/>
      </dsp:nvSpPr>
      <dsp:spPr>
        <a:xfrm>
          <a:off x="0" y="2635411"/>
          <a:ext cx="5257800" cy="7985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imes New Roman" panose="02020603050405020304" pitchFamily="18" charset="0"/>
              <a:cs typeface="Times New Roman" panose="02020603050405020304" pitchFamily="18" charset="0"/>
            </a:rPr>
            <a:t>There will be quizzes / assignments / presentation in every class</a:t>
          </a:r>
        </a:p>
      </dsp:txBody>
      <dsp:txXfrm>
        <a:off x="38981" y="2674392"/>
        <a:ext cx="5179838" cy="720562"/>
      </dsp:txXfrm>
    </dsp:sp>
    <dsp:sp modelId="{1E185C7D-A575-4E2B-A210-B191D85FF2DA}">
      <dsp:nvSpPr>
        <dsp:cNvPr id="0" name=""/>
        <dsp:cNvSpPr/>
      </dsp:nvSpPr>
      <dsp:spPr>
        <a:xfrm>
          <a:off x="0" y="3494416"/>
          <a:ext cx="5257800" cy="79852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Course related material will be uploaded on LMS &amp; Classroom</a:t>
          </a:r>
        </a:p>
      </dsp:txBody>
      <dsp:txXfrm>
        <a:off x="38981" y="3533397"/>
        <a:ext cx="5179838" cy="7205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C98E8-1506-443C-9E35-0FAB3F990B4B}">
      <dsp:nvSpPr>
        <dsp:cNvPr id="0" name=""/>
        <dsp:cNvSpPr/>
      </dsp:nvSpPr>
      <dsp:spPr>
        <a:xfrm>
          <a:off x="0" y="1878"/>
          <a:ext cx="109728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E4CC31-81A1-48C1-8B98-A9C2C4FD4463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68B60-318E-4379-8FF7-5B854358C8C2}">
      <dsp:nvSpPr>
        <dsp:cNvPr id="0" name=""/>
        <dsp:cNvSpPr/>
      </dsp:nvSpPr>
      <dsp:spPr>
        <a:xfrm>
          <a:off x="1099610" y="1878"/>
          <a:ext cx="98731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Understand fundamental database concepts.</a:t>
          </a:r>
        </a:p>
      </dsp:txBody>
      <dsp:txXfrm>
        <a:off x="1099610" y="1878"/>
        <a:ext cx="9873189" cy="952043"/>
      </dsp:txXfrm>
    </dsp:sp>
    <dsp:sp modelId="{AE36F832-500A-4AD9-A1E4-AF112A98774E}">
      <dsp:nvSpPr>
        <dsp:cNvPr id="0" name=""/>
        <dsp:cNvSpPr/>
      </dsp:nvSpPr>
      <dsp:spPr>
        <a:xfrm>
          <a:off x="0" y="1191932"/>
          <a:ext cx="109728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FB36E1-7625-41FB-BCAD-3D80BC717E6A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E2D0C7-828B-4BCE-A8A7-986EAF9B2C8C}">
      <dsp:nvSpPr>
        <dsp:cNvPr id="0" name=""/>
        <dsp:cNvSpPr/>
      </dsp:nvSpPr>
      <dsp:spPr>
        <a:xfrm>
          <a:off x="1099610" y="1191932"/>
          <a:ext cx="98731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Design database schemas using conceptual, logical, and physical models.</a:t>
          </a:r>
        </a:p>
      </dsp:txBody>
      <dsp:txXfrm>
        <a:off x="1099610" y="1191932"/>
        <a:ext cx="9873189" cy="952043"/>
      </dsp:txXfrm>
    </dsp:sp>
    <dsp:sp modelId="{59ACBA7F-A900-46DA-A73B-02E365E2612A}">
      <dsp:nvSpPr>
        <dsp:cNvPr id="0" name=""/>
        <dsp:cNvSpPr/>
      </dsp:nvSpPr>
      <dsp:spPr>
        <a:xfrm>
          <a:off x="0" y="2381986"/>
          <a:ext cx="109728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CF68D8-DA53-4A12-8ED0-A7382951FE0D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DB08B-634D-441F-A6EE-56F2EDB36F5F}">
      <dsp:nvSpPr>
        <dsp:cNvPr id="0" name=""/>
        <dsp:cNvSpPr/>
      </dsp:nvSpPr>
      <dsp:spPr>
        <a:xfrm>
          <a:off x="1099610" y="2381986"/>
          <a:ext cx="98731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Apply normalization techniques to resolve database anomalies.</a:t>
          </a:r>
        </a:p>
      </dsp:txBody>
      <dsp:txXfrm>
        <a:off x="1099610" y="2381986"/>
        <a:ext cx="9873189" cy="952043"/>
      </dsp:txXfrm>
    </dsp:sp>
    <dsp:sp modelId="{C4F22F69-85FF-467E-84A5-CE9F63EFF415}">
      <dsp:nvSpPr>
        <dsp:cNvPr id="0" name=""/>
        <dsp:cNvSpPr/>
      </dsp:nvSpPr>
      <dsp:spPr>
        <a:xfrm>
          <a:off x="0" y="3572041"/>
          <a:ext cx="109728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6E825E-24B4-42F7-8019-3BB1A1C3A96F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A19FFA-2B3A-4379-A9AF-3594578BEFDE}">
      <dsp:nvSpPr>
        <dsp:cNvPr id="0" name=""/>
        <dsp:cNvSpPr/>
      </dsp:nvSpPr>
      <dsp:spPr>
        <a:xfrm>
          <a:off x="1099610" y="3572041"/>
          <a:ext cx="98731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SQL for database manipulation and queries.</a:t>
          </a:r>
        </a:p>
      </dsp:txBody>
      <dsp:txXfrm>
        <a:off x="1099610" y="3572041"/>
        <a:ext cx="9873189" cy="9520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FEF5A-05A5-47A4-8642-64CEFC253692}">
      <dsp:nvSpPr>
        <dsp:cNvPr id="0" name=""/>
        <dsp:cNvSpPr/>
      </dsp:nvSpPr>
      <dsp:spPr>
        <a:xfrm>
          <a:off x="0" y="107172"/>
          <a:ext cx="6651253" cy="117526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Data</a:t>
          </a:r>
        </a:p>
      </dsp:txBody>
      <dsp:txXfrm>
        <a:off x="57372" y="164544"/>
        <a:ext cx="6536509" cy="1060520"/>
      </dsp:txXfrm>
    </dsp:sp>
    <dsp:sp modelId="{54A4BD1D-1808-4EAE-928F-0CEA681DBC9D}">
      <dsp:nvSpPr>
        <dsp:cNvPr id="0" name=""/>
        <dsp:cNvSpPr/>
      </dsp:nvSpPr>
      <dsp:spPr>
        <a:xfrm>
          <a:off x="0" y="1423557"/>
          <a:ext cx="6651253" cy="1175264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Information</a:t>
          </a:r>
        </a:p>
      </dsp:txBody>
      <dsp:txXfrm>
        <a:off x="57372" y="1480929"/>
        <a:ext cx="6536509" cy="1060520"/>
      </dsp:txXfrm>
    </dsp:sp>
    <dsp:sp modelId="{A4840E6E-8EF1-46AA-A77B-124AC3BDAB0B}">
      <dsp:nvSpPr>
        <dsp:cNvPr id="0" name=""/>
        <dsp:cNvSpPr/>
      </dsp:nvSpPr>
      <dsp:spPr>
        <a:xfrm>
          <a:off x="0" y="2739942"/>
          <a:ext cx="6651253" cy="1175264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Metadata</a:t>
          </a:r>
        </a:p>
      </dsp:txBody>
      <dsp:txXfrm>
        <a:off x="57372" y="2797314"/>
        <a:ext cx="6536509" cy="1060520"/>
      </dsp:txXfrm>
    </dsp:sp>
    <dsp:sp modelId="{625BB545-232B-4694-B59F-34E56A477488}">
      <dsp:nvSpPr>
        <dsp:cNvPr id="0" name=""/>
        <dsp:cNvSpPr/>
      </dsp:nvSpPr>
      <dsp:spPr>
        <a:xfrm>
          <a:off x="0" y="4056327"/>
          <a:ext cx="6651253" cy="1175264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Data versus Information</a:t>
          </a:r>
        </a:p>
      </dsp:txBody>
      <dsp:txXfrm>
        <a:off x="57372" y="4113699"/>
        <a:ext cx="6536509" cy="106052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125FD-50C3-4DC8-AEBF-74BB98FB6C1B}">
      <dsp:nvSpPr>
        <dsp:cNvPr id="0" name=""/>
        <dsp:cNvSpPr/>
      </dsp:nvSpPr>
      <dsp:spPr>
        <a:xfrm>
          <a:off x="0" y="41391"/>
          <a:ext cx="6364224" cy="64759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1. Library</a:t>
          </a:r>
          <a:endParaRPr lang="en-US" sz="2700" kern="1200"/>
        </a:p>
      </dsp:txBody>
      <dsp:txXfrm>
        <a:off x="31613" y="73004"/>
        <a:ext cx="6300998" cy="584369"/>
      </dsp:txXfrm>
    </dsp:sp>
    <dsp:sp modelId="{6C6C6047-E33F-42F5-9B1B-31AD155762FC}">
      <dsp:nvSpPr>
        <dsp:cNvPr id="0" name=""/>
        <dsp:cNvSpPr/>
      </dsp:nvSpPr>
      <dsp:spPr>
        <a:xfrm>
          <a:off x="0" y="688986"/>
          <a:ext cx="6364224" cy="1900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Analogy:</a:t>
          </a:r>
          <a:r>
            <a:rPr lang="en-US" sz="2100" kern="1200"/>
            <a:t> A library contains thousands of books on different subjects. Without a catalog system, finding a book would be chaotic.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Database Concept:</a:t>
          </a:r>
          <a:r>
            <a:rPr lang="en-US" sz="2100" kern="1200"/>
            <a:t> The catalog system is a database that organizes books by title, author, and subject to make retrieval easy.</a:t>
          </a:r>
        </a:p>
      </dsp:txBody>
      <dsp:txXfrm>
        <a:off x="0" y="688986"/>
        <a:ext cx="6364224" cy="1900260"/>
      </dsp:txXfrm>
    </dsp:sp>
    <dsp:sp modelId="{8D03A048-0F4C-4785-87E2-00BC6B2F92BA}">
      <dsp:nvSpPr>
        <dsp:cNvPr id="0" name=""/>
        <dsp:cNvSpPr/>
      </dsp:nvSpPr>
      <dsp:spPr>
        <a:xfrm>
          <a:off x="0" y="2589246"/>
          <a:ext cx="6364224" cy="64759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2. Supermarket Inventory</a:t>
          </a:r>
          <a:endParaRPr lang="en-US" sz="2700" kern="1200"/>
        </a:p>
      </dsp:txBody>
      <dsp:txXfrm>
        <a:off x="31613" y="2620859"/>
        <a:ext cx="6300998" cy="584369"/>
      </dsp:txXfrm>
    </dsp:sp>
    <dsp:sp modelId="{4D103DB4-DE16-4BE4-96AB-40FB61397DF7}">
      <dsp:nvSpPr>
        <dsp:cNvPr id="0" name=""/>
        <dsp:cNvSpPr/>
      </dsp:nvSpPr>
      <dsp:spPr>
        <a:xfrm>
          <a:off x="0" y="3236841"/>
          <a:ext cx="6364224" cy="2235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Analogy:</a:t>
          </a:r>
          <a:r>
            <a:rPr lang="en-US" sz="2100" kern="1200"/>
            <a:t> A supermarket tracks the products it sells, their quantities, and prices. Without organization, they wouldn’t know when to restock or update prices.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Database Concept:</a:t>
          </a:r>
          <a:r>
            <a:rPr lang="en-US" sz="2100" kern="1200"/>
            <a:t> Inventory systems are databases that store and manage product data to ensure smooth operations.</a:t>
          </a:r>
        </a:p>
      </dsp:txBody>
      <dsp:txXfrm>
        <a:off x="0" y="3236841"/>
        <a:ext cx="6364224" cy="223559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166D7D-C52C-42C0-B559-3534C7315529}">
      <dsp:nvSpPr>
        <dsp:cNvPr id="0" name=""/>
        <dsp:cNvSpPr/>
      </dsp:nvSpPr>
      <dsp:spPr>
        <a:xfrm>
          <a:off x="0" y="209061"/>
          <a:ext cx="6364224" cy="64759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3. Online Shopping Websites</a:t>
          </a:r>
          <a:endParaRPr lang="en-US" sz="2700" kern="1200"/>
        </a:p>
      </dsp:txBody>
      <dsp:txXfrm>
        <a:off x="31613" y="240674"/>
        <a:ext cx="6300998" cy="584369"/>
      </dsp:txXfrm>
    </dsp:sp>
    <dsp:sp modelId="{E5DA5CFB-0C84-4968-99CF-8545A21FBF4D}">
      <dsp:nvSpPr>
        <dsp:cNvPr id="0" name=""/>
        <dsp:cNvSpPr/>
      </dsp:nvSpPr>
      <dsp:spPr>
        <a:xfrm>
          <a:off x="0" y="856656"/>
          <a:ext cx="6364224" cy="1900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Analogy:</a:t>
          </a:r>
          <a:r>
            <a:rPr lang="en-US" sz="2100" kern="1200"/>
            <a:t> Platforms like Amazon store data about millions of products, customers, orders, and payments.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Database Concept:</a:t>
          </a:r>
          <a:r>
            <a:rPr lang="en-US" sz="2100" kern="1200"/>
            <a:t> These platforms use databases to manage and retrieve product information, customer details, and order histories.</a:t>
          </a:r>
        </a:p>
      </dsp:txBody>
      <dsp:txXfrm>
        <a:off x="0" y="856656"/>
        <a:ext cx="6364224" cy="1900260"/>
      </dsp:txXfrm>
    </dsp:sp>
    <dsp:sp modelId="{AD51B8BF-51B9-4816-9A9C-06AB35028523}">
      <dsp:nvSpPr>
        <dsp:cNvPr id="0" name=""/>
        <dsp:cNvSpPr/>
      </dsp:nvSpPr>
      <dsp:spPr>
        <a:xfrm>
          <a:off x="0" y="2756916"/>
          <a:ext cx="6364224" cy="647595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4. Banking System</a:t>
          </a:r>
          <a:endParaRPr lang="en-US" sz="2700" kern="1200"/>
        </a:p>
      </dsp:txBody>
      <dsp:txXfrm>
        <a:off x="31613" y="2788529"/>
        <a:ext cx="6300998" cy="584369"/>
      </dsp:txXfrm>
    </dsp:sp>
    <dsp:sp modelId="{DAB8A135-F005-431B-9536-DD8B51DDB7DE}">
      <dsp:nvSpPr>
        <dsp:cNvPr id="0" name=""/>
        <dsp:cNvSpPr/>
      </dsp:nvSpPr>
      <dsp:spPr>
        <a:xfrm>
          <a:off x="0" y="3404511"/>
          <a:ext cx="6364224" cy="1900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064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Analogy:</a:t>
          </a:r>
          <a:r>
            <a:rPr lang="en-US" sz="2100" kern="1200"/>
            <a:t> Banks store customer details, account balances, and transaction histories. Without a database, tracking these details would be impossible.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b="1" kern="1200"/>
            <a:t>Database Concept:</a:t>
          </a:r>
          <a:r>
            <a:rPr lang="en-US" sz="2100" kern="1200"/>
            <a:t> Banking systems use databases to manage account data securely and efficiently.</a:t>
          </a:r>
        </a:p>
      </dsp:txBody>
      <dsp:txXfrm>
        <a:off x="0" y="3404511"/>
        <a:ext cx="6364224" cy="190026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09C827-AB15-4F63-BBA4-1DD5E52D737C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DD401E-1399-4F52-8863-E08ED31025E3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9706C-6039-4EE3-9735-E3BEAFBDF0B6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Definition: Software that interacts with users, applications, and the database itself to store, retrieve, and analyze data.</a:t>
          </a:r>
        </a:p>
      </dsp:txBody>
      <dsp:txXfrm>
        <a:off x="1074268" y="4366"/>
        <a:ext cx="5170996" cy="930102"/>
      </dsp:txXfrm>
    </dsp:sp>
    <dsp:sp modelId="{B35FD5D1-9211-4159-B920-0DCEA9453627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22B9D2-3401-47C6-B405-FBA25DA9E70F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D78CC4-30A8-473C-A632-ACF6B180754B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Functions of DBMS:</a:t>
          </a:r>
        </a:p>
      </dsp:txBody>
      <dsp:txXfrm>
        <a:off x="1074268" y="1166994"/>
        <a:ext cx="5170996" cy="930102"/>
      </dsp:txXfrm>
    </dsp:sp>
    <dsp:sp modelId="{53030448-E949-47A7-A859-B471278EE915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B94DA3-C2C6-4930-BD90-C9264241CCDD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530C01-5D7C-46D4-AC56-B0D9BF217955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Data storage, retrieval, and update.</a:t>
          </a:r>
        </a:p>
      </dsp:txBody>
      <dsp:txXfrm>
        <a:off x="1074268" y="2329622"/>
        <a:ext cx="5170996" cy="930102"/>
      </dsp:txXfrm>
    </dsp:sp>
    <dsp:sp modelId="{E9F353FA-4F1E-44FA-B5B6-FBB0A2AB12B3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C9A94E-60DB-4DCB-ACD0-BEB2F6B5FDE5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8EEF7-CC71-421D-AF21-C672A022FDA1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User and security management.</a:t>
          </a:r>
        </a:p>
      </dsp:txBody>
      <dsp:txXfrm>
        <a:off x="1074268" y="3492250"/>
        <a:ext cx="5170996" cy="930102"/>
      </dsp:txXfrm>
    </dsp:sp>
    <dsp:sp modelId="{77BFF666-4B8A-4403-9939-2FC2C748ABB2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7F0B2A-2FE8-48E5-AA21-820325725589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0F6220-3EFD-4C5D-AD92-F00E4BC11C89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Data integrity and transaction management.</a:t>
          </a:r>
        </a:p>
      </dsp:txBody>
      <dsp:txXfrm>
        <a:off x="1074268" y="4654878"/>
        <a:ext cx="5170996" cy="9301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21CC8F-D951-433E-A4B4-108829D7032A}">
      <dsp:nvSpPr>
        <dsp:cNvPr id="0" name=""/>
        <dsp:cNvSpPr/>
      </dsp:nvSpPr>
      <dsp:spPr>
        <a:xfrm>
          <a:off x="0" y="552"/>
          <a:ext cx="109728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A41AB-BE45-4DFA-93B9-EEDA46E5CB2F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BD736D-47DB-4208-9165-984E9D97D7B0}">
      <dsp:nvSpPr>
        <dsp:cNvPr id="0" name=""/>
        <dsp:cNvSpPr/>
      </dsp:nvSpPr>
      <dsp:spPr>
        <a:xfrm>
          <a:off x="1493203" y="552"/>
          <a:ext cx="94795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MySQL: Open-source RDBMS, commonly used for web applications.</a:t>
          </a:r>
        </a:p>
      </dsp:txBody>
      <dsp:txXfrm>
        <a:off x="1493203" y="552"/>
        <a:ext cx="9479596" cy="1292816"/>
      </dsp:txXfrm>
    </dsp:sp>
    <dsp:sp modelId="{D3F4E70C-3B41-4F83-BCAA-810AE462941C}">
      <dsp:nvSpPr>
        <dsp:cNvPr id="0" name=""/>
        <dsp:cNvSpPr/>
      </dsp:nvSpPr>
      <dsp:spPr>
        <a:xfrm>
          <a:off x="0" y="1616573"/>
          <a:ext cx="109728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9DB792-C70E-451F-A016-098CA54BF10A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4159D-4580-40A8-94BA-1D74B03D67BE}">
      <dsp:nvSpPr>
        <dsp:cNvPr id="0" name=""/>
        <dsp:cNvSpPr/>
      </dsp:nvSpPr>
      <dsp:spPr>
        <a:xfrm>
          <a:off x="1493203" y="1616573"/>
          <a:ext cx="94795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PostgreSQL: Advanced RDBMS with strong community support.</a:t>
          </a:r>
        </a:p>
      </dsp:txBody>
      <dsp:txXfrm>
        <a:off x="1493203" y="1616573"/>
        <a:ext cx="9479596" cy="1292816"/>
      </dsp:txXfrm>
    </dsp:sp>
    <dsp:sp modelId="{F9AB55E7-F0CF-4B30-B1B7-082B90C38EE6}">
      <dsp:nvSpPr>
        <dsp:cNvPr id="0" name=""/>
        <dsp:cNvSpPr/>
      </dsp:nvSpPr>
      <dsp:spPr>
        <a:xfrm>
          <a:off x="0" y="3232593"/>
          <a:ext cx="109728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3A25E7-F5A4-450B-9FD0-E2C40745FAA5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1C3B1-2EA2-45B6-B9E7-C08C15F18957}">
      <dsp:nvSpPr>
        <dsp:cNvPr id="0" name=""/>
        <dsp:cNvSpPr/>
      </dsp:nvSpPr>
      <dsp:spPr>
        <a:xfrm>
          <a:off x="1493203" y="3232593"/>
          <a:ext cx="94795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MongoDB: A NoSQL database ideal for unstructured data.</a:t>
          </a:r>
        </a:p>
      </dsp:txBody>
      <dsp:txXfrm>
        <a:off x="1493203" y="3232593"/>
        <a:ext cx="9479596" cy="12928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D28781-933D-401E-A99D-1DFE3D786AFF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E67EDB-6199-4C28-87BA-0A278F9B1D20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57295-4490-423E-8196-16B8C6A8448D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Banking: Account management and transactions.</a:t>
          </a:r>
        </a:p>
      </dsp:txBody>
      <dsp:txXfrm>
        <a:off x="1339618" y="2288"/>
        <a:ext cx="5024605" cy="1159843"/>
      </dsp:txXfrm>
    </dsp:sp>
    <dsp:sp modelId="{FFD6A498-D5BC-41E5-BB6A-7E43022B3376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8C59C-CEE1-4FB1-B4A3-6551F2FEC937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61BED-76FF-414E-B534-F53A7F2AD645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Healthcare: Patient records, prescriptions.</a:t>
          </a:r>
        </a:p>
      </dsp:txBody>
      <dsp:txXfrm>
        <a:off x="1339618" y="1452092"/>
        <a:ext cx="5024605" cy="1159843"/>
      </dsp:txXfrm>
    </dsp:sp>
    <dsp:sp modelId="{BFEB0A04-475A-4F3E-BE30-6CF72560F9D6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94281B-3659-425F-B824-3468990D6B6C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918C9-880D-4C3A-A326-63A6694A3830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E-commerce: Product catalogs, orders.</a:t>
          </a:r>
        </a:p>
      </dsp:txBody>
      <dsp:txXfrm>
        <a:off x="1339618" y="2901896"/>
        <a:ext cx="5024605" cy="1159843"/>
      </dsp:txXfrm>
    </dsp:sp>
    <dsp:sp modelId="{95318B10-C6F3-4555-B18E-11BD833976C1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137048-4845-4569-9761-9F3C2AF4A842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62ACED-BBE6-4483-A4BF-D525E36136F8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Education: Student records, course management.</a:t>
          </a:r>
        </a:p>
      </dsp:txBody>
      <dsp:txXfrm>
        <a:off x="1339618" y="4351700"/>
        <a:ext cx="5024605" cy="115984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5E7B02-93DD-4D38-A409-97202404798B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1FBE92-DBC5-45FE-AD0B-F929DA4ABE21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F5999-0D8F-4607-B5B7-91A70E38E9CF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Hierarchical Model: Data organized in a tree-like structure.</a:t>
          </a:r>
        </a:p>
      </dsp:txBody>
      <dsp:txXfrm>
        <a:off x="1339618" y="2288"/>
        <a:ext cx="5024605" cy="1159843"/>
      </dsp:txXfrm>
    </dsp:sp>
    <dsp:sp modelId="{1D66BC86-40CA-496D-9EA0-731FAFF0506C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FA1D8A-3B7B-46D5-8FE5-04264E5F0CC1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83E4D7-F5F3-4873-A956-658F8BE8683C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just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Network Model: Data organized in a graph-like structure with nodes and edges.</a:t>
          </a:r>
        </a:p>
      </dsp:txBody>
      <dsp:txXfrm>
        <a:off x="1339618" y="1452092"/>
        <a:ext cx="5024605" cy="1159843"/>
      </dsp:txXfrm>
    </dsp:sp>
    <dsp:sp modelId="{C4870444-8C44-4128-8453-3B8A54AD83D7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5EAE68-E074-4A21-A111-BEFCB4C7C25F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F19BE-063D-4BD0-BD6B-A7A1429AD3E5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just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Relational Model: Uses tables (relations) with rows and columns.</a:t>
          </a:r>
        </a:p>
      </dsp:txBody>
      <dsp:txXfrm>
        <a:off x="1339618" y="2901896"/>
        <a:ext cx="5024605" cy="1159843"/>
      </dsp:txXfrm>
    </dsp:sp>
    <dsp:sp modelId="{C4A5590A-9568-469C-9E62-6C65DCA6D856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0FAA8E-6AA4-4269-8011-4AB953D49A02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0816C5-D370-4DC3-8AF8-6856CEF193B9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just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Object-Oriented Model: Integrates object-oriented programming and databases.</a:t>
          </a:r>
        </a:p>
      </dsp:txBody>
      <dsp:txXfrm>
        <a:off x="1339618" y="4351700"/>
        <a:ext cx="5024605" cy="115984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9590E6-6F91-48B0-8929-5673164D815E}">
      <dsp:nvSpPr>
        <dsp:cNvPr id="0" name=""/>
        <dsp:cNvSpPr/>
      </dsp:nvSpPr>
      <dsp:spPr>
        <a:xfrm>
          <a:off x="0" y="72756"/>
          <a:ext cx="6364224" cy="1272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Databases store and manage data for easy retrieval and manipulation.</a:t>
          </a:r>
        </a:p>
      </dsp:txBody>
      <dsp:txXfrm>
        <a:off x="62141" y="134897"/>
        <a:ext cx="6239942" cy="1148678"/>
      </dsp:txXfrm>
    </dsp:sp>
    <dsp:sp modelId="{8F2F143E-33D7-4CC7-AFAF-C786BAFF02CF}">
      <dsp:nvSpPr>
        <dsp:cNvPr id="0" name=""/>
        <dsp:cNvSpPr/>
      </dsp:nvSpPr>
      <dsp:spPr>
        <a:xfrm>
          <a:off x="0" y="1437876"/>
          <a:ext cx="6364224" cy="1272960"/>
        </a:xfrm>
        <a:prstGeom prst="round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Types of databases include relational, hierarchical, and NoSQL.</a:t>
          </a:r>
        </a:p>
      </dsp:txBody>
      <dsp:txXfrm>
        <a:off x="62141" y="1500017"/>
        <a:ext cx="6239942" cy="1148678"/>
      </dsp:txXfrm>
    </dsp:sp>
    <dsp:sp modelId="{BADD9047-9210-417F-97B0-3E8290ED5662}">
      <dsp:nvSpPr>
        <dsp:cNvPr id="0" name=""/>
        <dsp:cNvSpPr/>
      </dsp:nvSpPr>
      <dsp:spPr>
        <a:xfrm>
          <a:off x="0" y="2802996"/>
          <a:ext cx="6364224" cy="1272960"/>
        </a:xfrm>
        <a:prstGeom prst="round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DBMS enables efficient interaction with databases.</a:t>
          </a:r>
        </a:p>
      </dsp:txBody>
      <dsp:txXfrm>
        <a:off x="62141" y="2865137"/>
        <a:ext cx="6239942" cy="1148678"/>
      </dsp:txXfrm>
    </dsp:sp>
    <dsp:sp modelId="{8D242F0E-D876-45F9-81C4-574A2E07A651}">
      <dsp:nvSpPr>
        <dsp:cNvPr id="0" name=""/>
        <dsp:cNvSpPr/>
      </dsp:nvSpPr>
      <dsp:spPr>
        <a:xfrm>
          <a:off x="0" y="4168116"/>
          <a:ext cx="6364224" cy="127296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Data models define how data is structured and accessed.</a:t>
          </a:r>
        </a:p>
      </dsp:txBody>
      <dsp:txXfrm>
        <a:off x="62141" y="4230257"/>
        <a:ext cx="6239942" cy="1148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422CC5-3F51-4ED8-8BBC-E9621DAE2593}" type="datetimeFigureOut">
              <a:rPr lang="en-PK" smtClean="0"/>
              <a:t>22/01/2026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829E3-CE43-4F92-9572-CF796372083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42031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 structured collection of data refers to data that is organized and stored in a predefined format, making it easy to access, manage, and analyze. This structure ensures that data is stored systematically and consistently.</a:t>
            </a:r>
          </a:p>
          <a:p>
            <a:endParaRPr lang="en-US" b="1" dirty="0"/>
          </a:p>
          <a:p>
            <a:r>
              <a:rPr lang="en-US" b="1" dirty="0"/>
              <a:t>Key Features: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Structured:</a:t>
            </a:r>
            <a:r>
              <a:rPr lang="en-US" dirty="0"/>
              <a:t> Data is systematically organized, often in tables, to enable easy access and understanding.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Accessible:</a:t>
            </a:r>
            <a:r>
              <a:rPr lang="en-US" dirty="0"/>
              <a:t> Designed to retrieve specific information quickly.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Dynamic:</a:t>
            </a:r>
            <a:r>
              <a:rPr lang="en-US" dirty="0"/>
              <a:t> Can be updated, modified, and expanded over time.</a:t>
            </a:r>
          </a:p>
          <a:p>
            <a:r>
              <a:rPr lang="en-US" b="1" dirty="0"/>
              <a:t>Simple Analogy:</a:t>
            </a:r>
          </a:p>
          <a:p>
            <a:r>
              <a:rPr lang="en-US" dirty="0"/>
              <a:t>Think of a database as a digital filing cabinet where information (files) is stored in labeled folders for quick retrieval and efficient organization.</a:t>
            </a:r>
          </a:p>
          <a:p>
            <a:r>
              <a:rPr lang="en-US" dirty="0"/>
              <a:t>Examples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Contact lists on a phone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Banking transaction records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Inventory systems in supermarkets.</a:t>
            </a:r>
          </a:p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829E3-CE43-4F92-9572-CF796372083C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5736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7733" y="490537"/>
            <a:ext cx="5291663" cy="1628775"/>
          </a:xfrm>
        </p:spPr>
        <p:txBody>
          <a:bodyPr anchor="b">
            <a:normAutofit/>
          </a:bodyPr>
          <a:lstStyle/>
          <a:p>
            <a:r>
              <a:rPr lang="en-US" sz="4800" dirty="0"/>
              <a:t>Course Overview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0DC637-9960-C655-719B-D0B2763715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03" r="18949" b="-2"/>
          <a:stretch/>
        </p:blipFill>
        <p:spPr>
          <a:xfrm>
            <a:off x="2" y="1587"/>
            <a:ext cx="6095999" cy="6856413"/>
          </a:xfrm>
          <a:custGeom>
            <a:avLst/>
            <a:gdLst/>
            <a:ahLst/>
            <a:cxnLst/>
            <a:rect l="l" t="t" r="r" b="b"/>
            <a:pathLst>
              <a:path w="6649908" h="6856413">
                <a:moveTo>
                  <a:pt x="0" y="0"/>
                </a:moveTo>
                <a:lnTo>
                  <a:pt x="6559859" y="0"/>
                </a:lnTo>
                <a:lnTo>
                  <a:pt x="6572145" y="79394"/>
                </a:lnTo>
                <a:cubicBezTo>
                  <a:pt x="6857782" y="2230562"/>
                  <a:pt x="6243159" y="4473353"/>
                  <a:pt x="6528796" y="6624522"/>
                </a:cubicBezTo>
                <a:lnTo>
                  <a:pt x="6564680" y="6856413"/>
                </a:lnTo>
                <a:lnTo>
                  <a:pt x="0" y="6856413"/>
                </a:lnTo>
                <a:close/>
              </a:path>
            </a:pathLst>
          </a:custGeom>
        </p:spPr>
      </p:pic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B494DC5-9A1E-4DDA-A29A-C07A36F81E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626545"/>
              </p:ext>
            </p:extLst>
          </p:nvPr>
        </p:nvGraphicFramePr>
        <p:xfrm>
          <a:off x="6417734" y="2614612"/>
          <a:ext cx="5291663" cy="3752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08B03-D6AF-6743-C414-3BE68BD73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Guidelines</a:t>
            </a:r>
            <a:endParaRPr lang="en-PK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CB6A9E1-32D6-470B-B9D5-0FE18A74E2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3086801"/>
              </p:ext>
            </p:extLst>
          </p:nvPr>
        </p:nvGraphicFramePr>
        <p:xfrm>
          <a:off x="712076" y="2314356"/>
          <a:ext cx="5257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AA6634-361A-022B-1190-00A32D808A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279320"/>
              </p:ext>
            </p:extLst>
          </p:nvPr>
        </p:nvGraphicFramePr>
        <p:xfrm>
          <a:off x="6521670" y="1814519"/>
          <a:ext cx="5257798" cy="2352266"/>
        </p:xfrm>
        <a:graphic>
          <a:graphicData uri="http://schemas.openxmlformats.org/drawingml/2006/table">
            <a:tbl>
              <a:tblPr/>
              <a:tblGrid>
                <a:gridCol w="4318906">
                  <a:extLst>
                    <a:ext uri="{9D8B030D-6E8A-4147-A177-3AD203B41FA5}">
                      <a16:colId xmlns:a16="http://schemas.microsoft.com/office/drawing/2014/main" val="2728748317"/>
                    </a:ext>
                  </a:extLst>
                </a:gridCol>
                <a:gridCol w="938892">
                  <a:extLst>
                    <a:ext uri="{9D8B030D-6E8A-4147-A177-3AD203B41FA5}">
                      <a16:colId xmlns:a16="http://schemas.microsoft.com/office/drawing/2014/main" val="3077442553"/>
                    </a:ext>
                  </a:extLst>
                </a:gridCol>
              </a:tblGrid>
              <a:tr h="52346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Nature of Examination (Theory)</a:t>
                      </a:r>
                      <a:endParaRPr lang="en-US" sz="16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>
                          <a:effectLst/>
                        </a:rPr>
                        <a:t>Max. marks</a:t>
                      </a:r>
                      <a:endParaRPr lang="en-US" sz="160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790400"/>
                  </a:ext>
                </a:extLst>
              </a:tr>
              <a:tr h="523466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Sessional (quiz, assignment, Presentation)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>
                          <a:effectLst/>
                        </a:rPr>
                        <a:t>30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888"/>
                  </a:ext>
                </a:extLst>
              </a:tr>
              <a:tr h="318632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Midterm Examinations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>
                          <a:effectLst/>
                        </a:rPr>
                        <a:t>30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643964"/>
                  </a:ext>
                </a:extLst>
              </a:tr>
              <a:tr h="318632"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effectLst/>
                        </a:rPr>
                        <a:t>Final Examinations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>
                          <a:effectLst/>
                        </a:rPr>
                        <a:t>40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626709"/>
                  </a:ext>
                </a:extLst>
              </a:tr>
              <a:tr h="318632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Total marks</a:t>
                      </a:r>
                      <a:endParaRPr lang="en-US" sz="16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b="1" dirty="0">
                          <a:effectLst/>
                        </a:rPr>
                        <a:t>100</a:t>
                      </a:r>
                      <a:endParaRPr lang="en-PK" sz="16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89891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142C466-DAFD-D4D6-E26D-2DFFD3FA6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126728"/>
              </p:ext>
            </p:extLst>
          </p:nvPr>
        </p:nvGraphicFramePr>
        <p:xfrm>
          <a:off x="6521670" y="4289313"/>
          <a:ext cx="5257800" cy="2225040"/>
        </p:xfrm>
        <a:graphic>
          <a:graphicData uri="http://schemas.openxmlformats.org/drawingml/2006/table">
            <a:tbl>
              <a:tblPr/>
              <a:tblGrid>
                <a:gridCol w="4318907">
                  <a:extLst>
                    <a:ext uri="{9D8B030D-6E8A-4147-A177-3AD203B41FA5}">
                      <a16:colId xmlns:a16="http://schemas.microsoft.com/office/drawing/2014/main" val="3596239244"/>
                    </a:ext>
                  </a:extLst>
                </a:gridCol>
                <a:gridCol w="938893">
                  <a:extLst>
                    <a:ext uri="{9D8B030D-6E8A-4147-A177-3AD203B41FA5}">
                      <a16:colId xmlns:a16="http://schemas.microsoft.com/office/drawing/2014/main" val="3987059496"/>
                    </a:ext>
                  </a:extLst>
                </a:gridCol>
              </a:tblGrid>
              <a:tr h="523466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Nature of Examination (Lab/Practical)</a:t>
                      </a:r>
                      <a:endParaRPr lang="en-US" sz="16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Max. marks</a:t>
                      </a:r>
                      <a:endParaRPr lang="en-US" sz="16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07381"/>
                  </a:ext>
                </a:extLst>
              </a:tr>
              <a:tr h="31863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Manuals, Project </a:t>
                      </a:r>
                      <a:r>
                        <a:rPr lang="en-US" sz="1600" dirty="0" err="1">
                          <a:effectLst/>
                        </a:rPr>
                        <a:t>etc</a:t>
                      </a:r>
                      <a:endParaRPr lang="en-US" sz="16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K" sz="1600" dirty="0">
                          <a:effectLst/>
                        </a:rPr>
                        <a:t>15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9212332"/>
                  </a:ext>
                </a:extLst>
              </a:tr>
              <a:tr h="318631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Midterm Examinations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15</a:t>
                      </a:r>
                      <a:endParaRPr lang="en-PK" sz="16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38998"/>
                  </a:ext>
                </a:extLst>
              </a:tr>
              <a:tr h="318631"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effectLst/>
                        </a:rPr>
                        <a:t>Final Exam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dirty="0">
                          <a:effectLst/>
                        </a:rPr>
                        <a:t>20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693090"/>
                  </a:ext>
                </a:extLst>
              </a:tr>
              <a:tr h="318631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effectLst/>
                        </a:rPr>
                        <a:t>Total marks</a:t>
                      </a:r>
                      <a:endParaRPr lang="en-US" sz="16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K" sz="1600" b="1" dirty="0">
                          <a:effectLst/>
                        </a:rPr>
                        <a:t>50</a:t>
                      </a:r>
                      <a:endParaRPr lang="en-PK" sz="1600" dirty="0">
                        <a:effectLst/>
                      </a:endParaRP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337351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EB5C814B-3F1B-7DEC-2DE8-4AC940B4E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1670" y="1407227"/>
            <a:ext cx="5257798" cy="3231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b="1" i="0" u="none" strike="noStrike" cap="none" normalizeH="0" baseline="0" dirty="0">
                <a:ln>
                  <a:noFill/>
                </a:ln>
                <a:solidFill>
                  <a:srgbClr val="130F40"/>
                </a:solidFill>
                <a:effectLst/>
                <a:latin typeface="Rajdhani"/>
              </a:rPr>
              <a:t>M</a:t>
            </a:r>
            <a:r>
              <a:rPr kumimoji="0" lang="en-PK" altLang="en-PK" b="1" i="0" u="none" strike="noStrike" cap="none" normalizeH="0" baseline="0" dirty="0">
                <a:ln>
                  <a:noFill/>
                </a:ln>
                <a:solidFill>
                  <a:srgbClr val="130F40"/>
                </a:solidFill>
                <a:effectLst/>
                <a:latin typeface="Rajdhani"/>
              </a:rPr>
              <a:t>arks Distribution</a:t>
            </a:r>
          </a:p>
        </p:txBody>
      </p:sp>
    </p:spTree>
    <p:extLst>
      <p:ext uri="{BB962C8B-B14F-4D97-AF65-F5344CB8AC3E}">
        <p14:creationId xmlns:p14="http://schemas.microsoft.com/office/powerpoint/2010/main" val="527034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97BF9D-D85B-30BC-2779-84284FD34B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3235" y="1371600"/>
            <a:ext cx="4529312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000941" y="685801"/>
            <a:ext cx="3494859" cy="54911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/>
              <a:t>In this Lecture you will Learn about: 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EA159C6C-9BEF-44E8-962C-D441BA83BF78}" type="slidenum">
              <a:rPr lang="en-US"/>
              <a:pPr>
                <a:spcAft>
                  <a:spcPts val="600"/>
                </a:spcAft>
                <a:defRPr/>
              </a:pPr>
              <a:t>4</a:t>
            </a:fld>
            <a:endParaRPr lang="en-US"/>
          </a:p>
        </p:txBody>
      </p:sp>
      <p:graphicFrame>
        <p:nvGraphicFramePr>
          <p:cNvPr id="7" name="Text Placeholder 2">
            <a:extLst>
              <a:ext uri="{FF2B5EF4-FFF2-40B4-BE49-F238E27FC236}">
                <a16:creationId xmlns:a16="http://schemas.microsoft.com/office/drawing/2014/main" id="{BCE07BBA-C6C0-19D2-333A-2BE88B090C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900024"/>
              </p:ext>
            </p:extLst>
          </p:nvPr>
        </p:nvGraphicFramePr>
        <p:xfrm>
          <a:off x="4702547" y="838199"/>
          <a:ext cx="6651253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  <a:latin typeface="Constantia" pitchFamily="18" charset="0"/>
              </a:rPr>
              <a:t>Data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1700" dirty="0"/>
              <a:t>Data is a plural form of </a:t>
            </a:r>
            <a:r>
              <a:rPr lang="en-US" sz="1700" b="1" i="1" dirty="0"/>
              <a:t>datum</a:t>
            </a:r>
            <a:r>
              <a:rPr lang="en-US" sz="1700" dirty="0"/>
              <a:t>, which means a piece of information.</a:t>
            </a:r>
          </a:p>
          <a:p>
            <a:r>
              <a:rPr lang="en-US" sz="1700" dirty="0"/>
              <a:t>Data is a collection of facts &amp; figures, such as values or measurements.</a:t>
            </a:r>
          </a:p>
          <a:p>
            <a:r>
              <a:rPr lang="en-US" sz="1700" dirty="0"/>
              <a:t>Data can be,</a:t>
            </a:r>
          </a:p>
          <a:p>
            <a:pPr lvl="2"/>
            <a:r>
              <a:rPr lang="en-US" sz="1700" dirty="0"/>
              <a:t>Numbers</a:t>
            </a:r>
          </a:p>
          <a:p>
            <a:pPr lvl="2"/>
            <a:r>
              <a:rPr lang="en-US" sz="1700" dirty="0"/>
              <a:t>Words</a:t>
            </a:r>
          </a:p>
          <a:p>
            <a:pPr lvl="2"/>
            <a:r>
              <a:rPr lang="en-US" sz="1700" dirty="0"/>
              <a:t>Measurements</a:t>
            </a:r>
          </a:p>
          <a:p>
            <a:pPr lvl="2"/>
            <a:r>
              <a:rPr lang="en-US" sz="1700" dirty="0"/>
              <a:t>Media</a:t>
            </a:r>
          </a:p>
          <a:p>
            <a:pPr lvl="2"/>
            <a:endParaRPr lang="en-US" sz="1700" dirty="0"/>
          </a:p>
          <a:p>
            <a:r>
              <a:rPr lang="en-US" sz="1700" dirty="0"/>
              <a:t>A collection of data which conveys some meaningful idea is called information.</a:t>
            </a:r>
          </a:p>
          <a:p>
            <a:endParaRPr lang="en-GB" sz="1700" dirty="0"/>
          </a:p>
          <a:p>
            <a:endParaRPr lang="en-US" sz="1700" dirty="0"/>
          </a:p>
          <a:p>
            <a:endParaRPr lang="en-US" sz="17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541564" y="6356350"/>
            <a:ext cx="181223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76E94451-09DD-44A9-8BDB-9605076B2EFF}" type="slidenum">
              <a:rPr lang="en-US" smtClean="0"/>
              <a:pPr>
                <a:spcAft>
                  <a:spcPts val="600"/>
                </a:spcAft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b="1">
                <a:latin typeface="Constantia" pitchFamily="18" charset="0"/>
              </a:rPr>
              <a:t>Data (cont’d)</a:t>
            </a:r>
            <a:endParaRPr lang="en-US" sz="4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56218" y="587829"/>
            <a:ext cx="5542387" cy="555008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Another definition of data can be a representations of objects and events that have meaning and importance in the user’s environment and stored on computer media. 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For example, in a salesperson’s database, the data would includes facts such as customer name, address and telephone number.   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This type of data is called </a:t>
            </a:r>
            <a:r>
              <a:rPr lang="en-US" sz="2000" b="1" i="1" dirty="0"/>
              <a:t>Structured Data.</a:t>
            </a:r>
          </a:p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/>
              <a:t>Structured data are stored in tabular form (in tables, relations, arrays, spreadsheets, </a:t>
            </a:r>
            <a:r>
              <a:rPr lang="en-US" sz="2000" dirty="0" err="1"/>
              <a:t>etc</a:t>
            </a:r>
            <a:r>
              <a:rPr lang="en-US" sz="2000" dirty="0"/>
              <a:t>) and are most commonly found in traditional databases.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76E94451-09DD-44A9-8BDB-9605076B2EFF}" type="slidenum">
              <a:rPr lang="en-US" smtClean="0"/>
              <a:pPr>
                <a:spcAft>
                  <a:spcPts val="600"/>
                </a:spcAft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b="1">
                <a:latin typeface="Constantia" pitchFamily="18" charset="0"/>
              </a:rPr>
              <a:t>Data (cont’d)</a:t>
            </a:r>
            <a:endParaRPr lang="en-US" sz="4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dirty="0"/>
              <a:t>Today’s databases are used to store objects such as documents, maps, photographic images, sound and video segment in addition to structured data.</a:t>
            </a:r>
          </a:p>
          <a:p>
            <a:pPr>
              <a:lnSpc>
                <a:spcPct val="90000"/>
              </a:lnSpc>
            </a:pP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dirty="0"/>
              <a:t>For example, the salesperson’s database might include a photo image of the customer contact. It might also include a sound recording or video clip about the most recent product. This type of data is referred to as </a:t>
            </a:r>
            <a:r>
              <a:rPr lang="en-US" sz="2200" b="1" i="1" dirty="0"/>
              <a:t>Unstructured Data, </a:t>
            </a:r>
            <a:r>
              <a:rPr lang="en-US" sz="2200" dirty="0"/>
              <a:t>or as </a:t>
            </a:r>
            <a:r>
              <a:rPr lang="en-US" sz="2200" b="1" i="1" dirty="0"/>
              <a:t>Multimedia Data.</a:t>
            </a:r>
          </a:p>
          <a:p>
            <a:pPr lvl="1">
              <a:lnSpc>
                <a:spcPct val="90000"/>
              </a:lnSpc>
            </a:pPr>
            <a:r>
              <a:rPr lang="en-US" sz="2200" b="1" i="1" dirty="0"/>
              <a:t>No fixed Shema, Varied Formats, Multiple Data Types</a:t>
            </a:r>
          </a:p>
          <a:p>
            <a:pPr>
              <a:lnSpc>
                <a:spcPct val="90000"/>
              </a:lnSpc>
            </a:pPr>
            <a:endParaRPr lang="en-US" sz="2200" dirty="0"/>
          </a:p>
          <a:p>
            <a:pPr>
              <a:lnSpc>
                <a:spcPct val="90000"/>
              </a:lnSpc>
            </a:pPr>
            <a:r>
              <a:rPr lang="en-US" sz="2200" dirty="0"/>
              <a:t>Multimedia data are most often found on Web servers and on Web-enabled databases.</a:t>
            </a:r>
            <a:r>
              <a:rPr lang="en-US" sz="2200" b="1" i="1" dirty="0"/>
              <a:t> </a:t>
            </a:r>
            <a:endParaRPr lang="en-US" sz="2200" dirty="0"/>
          </a:p>
          <a:p>
            <a:pPr>
              <a:lnSpc>
                <a:spcPct val="90000"/>
              </a:lnSpc>
            </a:pPr>
            <a:endParaRPr lang="en-US" sz="22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76E94451-09DD-44A9-8BDB-9605076B2EFF}" type="slidenum">
              <a:rPr lang="en-US" smtClean="0"/>
              <a:pPr>
                <a:spcAft>
                  <a:spcPts val="600"/>
                </a:spcAft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52400"/>
            <a:ext cx="8229600" cy="1143000"/>
          </a:xfrm>
        </p:spPr>
        <p:txBody>
          <a:bodyPr/>
          <a:lstStyle/>
          <a:p>
            <a:pPr algn="ctr"/>
            <a:r>
              <a:rPr lang="en-US" sz="3600" b="1" dirty="0">
                <a:latin typeface="Constantia" pitchFamily="18" charset="0"/>
              </a:rPr>
              <a:t>Data (cont’d)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371601"/>
            <a:ext cx="8229600" cy="5181599"/>
          </a:xfrm>
        </p:spPr>
        <p:txBody>
          <a:bodyPr/>
          <a:lstStyle/>
          <a:p>
            <a:pPr algn="just"/>
            <a:endParaRPr lang="en-GB" sz="2200" dirty="0"/>
          </a:p>
          <a:p>
            <a:pPr algn="just"/>
            <a:endParaRPr lang="en-US" sz="2200" dirty="0">
              <a:solidFill>
                <a:srgbClr val="000000"/>
              </a:solidFill>
            </a:endParaRPr>
          </a:p>
          <a:p>
            <a:pPr algn="just"/>
            <a:endParaRPr lang="en-US" sz="2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E94451-09DD-44A9-8BDB-9605076B2EFF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8" name="Picture 7" descr="A blue and green rectangular boxes with text&#10;&#10;Description automatically generated">
            <a:extLst>
              <a:ext uri="{FF2B5EF4-FFF2-40B4-BE49-F238E27FC236}">
                <a16:creationId xmlns:a16="http://schemas.microsoft.com/office/drawing/2014/main" id="{B5B0E964-1132-C7FC-EA27-CEF9A34257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888" y="2286001"/>
            <a:ext cx="8472225" cy="261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7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b="1">
                <a:latin typeface="Constantia" pitchFamily="18" charset="0"/>
              </a:rPr>
              <a:t>Information &amp; Metadata</a:t>
            </a:r>
            <a:endParaRPr lang="en-US" sz="54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b="1" i="1" dirty="0"/>
              <a:t>Information</a:t>
            </a:r>
            <a:r>
              <a:rPr lang="en-US" sz="2000" dirty="0"/>
              <a:t> is a data that have been processed in such a way as to increase the knowledge of the person. 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When data is collated or organized into meaningful form, it gains significance, and that meaningful data is called information.</a:t>
            </a:r>
          </a:p>
          <a:p>
            <a:pPr>
              <a:lnSpc>
                <a:spcPct val="90000"/>
              </a:lnSpc>
            </a:pPr>
            <a:endParaRPr lang="en-US" sz="2000" b="1" i="1" dirty="0"/>
          </a:p>
          <a:p>
            <a:pPr>
              <a:lnSpc>
                <a:spcPct val="90000"/>
              </a:lnSpc>
            </a:pPr>
            <a:r>
              <a:rPr lang="en-US" sz="2000" b="1" i="1" dirty="0"/>
              <a:t>Metadata </a:t>
            </a:r>
            <a:r>
              <a:rPr lang="en-US" sz="2000" dirty="0"/>
              <a:t>is a data about data.</a:t>
            </a:r>
          </a:p>
          <a:p>
            <a:pPr>
              <a:lnSpc>
                <a:spcPct val="90000"/>
              </a:lnSpc>
            </a:pPr>
            <a:r>
              <a:rPr lang="en-US" sz="2000" b="1" i="1" dirty="0"/>
              <a:t>Metadata </a:t>
            </a:r>
            <a:r>
              <a:rPr lang="en-US" sz="2000" dirty="0"/>
              <a:t>is data that describe the properties or characteristics of end-user data, and the context of that data.</a:t>
            </a:r>
            <a:r>
              <a:rPr lang="en-US" sz="2000" b="1" dirty="0"/>
              <a:t> </a:t>
            </a:r>
            <a:r>
              <a:rPr lang="en-US" sz="2000" dirty="0"/>
              <a:t>Some of the properties that are typically described include data names, definitions, size and allowable values.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For example if </a:t>
            </a:r>
            <a:r>
              <a:rPr lang="en-US" sz="2000" b="1" i="1" dirty="0"/>
              <a:t>ID</a:t>
            </a:r>
            <a:r>
              <a:rPr lang="en-US" sz="2000" dirty="0"/>
              <a:t> is a data then the </a:t>
            </a:r>
            <a:r>
              <a:rPr lang="en-US" sz="2000" b="1" i="1" dirty="0"/>
              <a:t>ID</a:t>
            </a:r>
            <a:r>
              <a:rPr lang="en-US" sz="2000" dirty="0"/>
              <a:t> must have data type.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76E94451-09DD-44A9-8BDB-9605076B2EFF}" type="slidenum">
              <a:rPr lang="en-US" smtClean="0"/>
              <a:pPr>
                <a:spcAft>
                  <a:spcPts val="600"/>
                </a:spcAft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Constantia" pitchFamily="18" charset="0"/>
              </a:rPr>
              <a:t>Information &amp; Metadata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Metadata Examples:</a:t>
            </a:r>
          </a:p>
          <a:p>
            <a:br>
              <a:rPr lang="en-US" sz="2000" dirty="0">
                <a:latin typeface="Söhne"/>
              </a:rPr>
            </a:br>
            <a:r>
              <a:rPr lang="en-US" sz="2000" b="1" dirty="0">
                <a:latin typeface="Söhne"/>
              </a:rPr>
              <a:t>Example: Email Metadata</a:t>
            </a:r>
            <a:endParaRPr lang="en-US" sz="2000">
              <a:latin typeface="Söhne"/>
            </a:endParaRPr>
          </a:p>
          <a:p>
            <a:r>
              <a:rPr lang="en-US" sz="2000" dirty="0">
                <a:latin typeface="Söhne"/>
              </a:rPr>
              <a:t>For an email: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Sender:</a:t>
            </a:r>
            <a:r>
              <a:rPr lang="en-US" sz="2000" dirty="0">
                <a:latin typeface="Söhne"/>
              </a:rPr>
              <a:t> "JohnDoe@example.com"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Recipient:</a:t>
            </a:r>
            <a:r>
              <a:rPr lang="en-US" sz="2000" dirty="0">
                <a:latin typeface="Söhne"/>
              </a:rPr>
              <a:t> "JaneSmith@example.com"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Subject:</a:t>
            </a:r>
            <a:r>
              <a:rPr lang="en-US" sz="2000" dirty="0">
                <a:latin typeface="Söhne"/>
              </a:rPr>
              <a:t> "Meeting Agenda"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Date:</a:t>
            </a:r>
            <a:r>
              <a:rPr lang="en-US" sz="2000" dirty="0">
                <a:latin typeface="Söhne"/>
              </a:rPr>
              <a:t> "January 20, 2024"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Attachments:</a:t>
            </a:r>
            <a:r>
              <a:rPr lang="en-US" sz="2000" dirty="0">
                <a:latin typeface="Söhne"/>
              </a:rPr>
              <a:t> "Agenda.pdf"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Size:</a:t>
            </a:r>
            <a:r>
              <a:rPr lang="en-US" sz="2000" dirty="0">
                <a:latin typeface="Söhne"/>
              </a:rPr>
              <a:t> "500 KB"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Status:</a:t>
            </a:r>
            <a:r>
              <a:rPr lang="en-US" sz="2000" dirty="0">
                <a:latin typeface="Söhne"/>
              </a:rPr>
              <a:t> "Unread"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Importance:</a:t>
            </a:r>
            <a:r>
              <a:rPr lang="en-US" sz="2000" dirty="0">
                <a:latin typeface="Söhne"/>
              </a:rPr>
              <a:t> "High"</a:t>
            </a:r>
            <a:endParaRPr lang="en-US" sz="2000">
              <a:latin typeface="Söhne"/>
            </a:endParaRPr>
          </a:p>
          <a:p>
            <a:r>
              <a:rPr lang="en-US" sz="2000" dirty="0">
                <a:latin typeface="Söhne"/>
              </a:rPr>
              <a:t>Here, the email is the primary data, and metadata includes details about the sender, recipient, subject, date, attachments, size, status, and importance.</a:t>
            </a:r>
            <a:endParaRPr lang="en-US" sz="2000">
              <a:latin typeface="Söhne"/>
            </a:endParaRPr>
          </a:p>
          <a:p>
            <a:endParaRPr lang="en-US" sz="2000" b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76E94451-09DD-44A9-8BDB-9605076B2EF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10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2441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Constantia" pitchFamily="18" charset="0"/>
              </a:rPr>
              <a:t>Information &amp; Metadata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/>
              <a:t>Metadata Examples:</a:t>
            </a:r>
          </a:p>
          <a:p>
            <a:br>
              <a:rPr lang="en-US" sz="2000" b="1" dirty="0">
                <a:latin typeface="Söhne"/>
              </a:rPr>
            </a:br>
            <a:r>
              <a:rPr lang="en-US" sz="2000" b="1" dirty="0">
                <a:latin typeface="Söhne"/>
              </a:rPr>
              <a:t>Example: Student Database Metadata</a:t>
            </a:r>
            <a:endParaRPr lang="en-US" sz="2000">
              <a:latin typeface="Söhne"/>
            </a:endParaRPr>
          </a:p>
          <a:p>
            <a:r>
              <a:rPr lang="en-US" sz="2000" dirty="0">
                <a:latin typeface="Söhne"/>
              </a:rPr>
              <a:t>For a student database: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Table:</a:t>
            </a:r>
            <a:r>
              <a:rPr lang="en-US" sz="2000" dirty="0">
                <a:latin typeface="Söhne"/>
              </a:rPr>
              <a:t> "Students"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Columns:</a:t>
            </a:r>
            <a:r>
              <a:rPr lang="en-US" sz="2000" dirty="0">
                <a:latin typeface="Söhne"/>
              </a:rPr>
              <a:t> "</a:t>
            </a:r>
            <a:r>
              <a:rPr lang="en-US" sz="2000">
                <a:latin typeface="Söhne"/>
              </a:rPr>
              <a:t>StudentID</a:t>
            </a:r>
            <a:r>
              <a:rPr lang="en-US" sz="2000" dirty="0">
                <a:latin typeface="Söhne"/>
              </a:rPr>
              <a:t>," "Name," "Age," "Grade"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Primary Key:</a:t>
            </a:r>
            <a:r>
              <a:rPr lang="en-US" sz="2000" dirty="0">
                <a:latin typeface="Söhne"/>
              </a:rPr>
              <a:t> "</a:t>
            </a:r>
            <a:r>
              <a:rPr lang="en-US" sz="2000">
                <a:latin typeface="Söhne"/>
              </a:rPr>
              <a:t>StudentID</a:t>
            </a:r>
            <a:r>
              <a:rPr lang="en-US" sz="2000" dirty="0">
                <a:latin typeface="Söhne"/>
              </a:rPr>
              <a:t>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Indexes:</a:t>
            </a:r>
            <a:r>
              <a:rPr lang="en-US" sz="2000" dirty="0">
                <a:latin typeface="Söhne"/>
              </a:rPr>
              <a:t> "Name"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Created:</a:t>
            </a:r>
            <a:r>
              <a:rPr lang="en-US" sz="2000" dirty="0">
                <a:latin typeface="Söhne"/>
              </a:rPr>
              <a:t> "May 3, 2022"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Updated:</a:t>
            </a:r>
            <a:r>
              <a:rPr lang="en-US" sz="2000" dirty="0">
                <a:latin typeface="Söhne"/>
              </a:rPr>
              <a:t> "August 20, 2022"</a:t>
            </a:r>
            <a:endParaRPr lang="en-US" sz="2000">
              <a:latin typeface="Söhne"/>
            </a:endParaRPr>
          </a:p>
          <a:p>
            <a:pPr>
              <a:buFont typeface="+mj-lt"/>
              <a:buAutoNum type="arabicPeriod"/>
            </a:pPr>
            <a:r>
              <a:rPr lang="en-US" sz="2000" b="1" dirty="0">
                <a:latin typeface="Söhne"/>
              </a:rPr>
              <a:t>Owner:</a:t>
            </a:r>
            <a:r>
              <a:rPr lang="en-US" sz="2000" dirty="0">
                <a:latin typeface="Söhne"/>
              </a:rPr>
              <a:t> "</a:t>
            </a:r>
            <a:r>
              <a:rPr lang="en-US" sz="2000">
                <a:latin typeface="Söhne"/>
              </a:rPr>
              <a:t>DBAdmin</a:t>
            </a:r>
            <a:r>
              <a:rPr lang="en-US" sz="2000" dirty="0">
                <a:latin typeface="Söhne"/>
              </a:rPr>
              <a:t>"</a:t>
            </a:r>
            <a:endParaRPr lang="en-US" sz="2000">
              <a:latin typeface="Söhne"/>
            </a:endParaRPr>
          </a:p>
          <a:p>
            <a:r>
              <a:rPr lang="en-US" sz="2000" dirty="0">
                <a:latin typeface="Söhne"/>
              </a:rPr>
              <a:t>In this brief example, the metadata includes the table name, column details, primary key, indexes, creation and update dates, and the owner of the database</a:t>
            </a:r>
            <a:endParaRPr lang="en-US" sz="2000">
              <a:latin typeface="Söhne"/>
            </a:endParaRPr>
          </a:p>
          <a:p>
            <a:endParaRPr lang="en-US" sz="2000" b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76E94451-09DD-44A9-8BDB-9605076B2EF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04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Constantia" pitchFamily="18" charset="0"/>
              </a:rPr>
              <a:t>Data Vs Information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/>
              <a:t>The terms data and information are closely related and in fact are often used interchangeably.</a:t>
            </a:r>
          </a:p>
          <a:p>
            <a:r>
              <a:rPr lang="en-US" sz="2000"/>
              <a:t>However, it is useful to distinguish between data and information.</a:t>
            </a:r>
          </a:p>
          <a:p>
            <a:r>
              <a:rPr lang="en-US" sz="2000"/>
              <a:t>For example </a:t>
            </a:r>
          </a:p>
          <a:p>
            <a:pPr lvl="1"/>
            <a:r>
              <a:rPr lang="en-US" sz="2000">
                <a:latin typeface="+mj-lt"/>
              </a:rPr>
              <a:t>221115</a:t>
            </a:r>
            <a:r>
              <a:rPr lang="en-US" sz="2000"/>
              <a:t> is a data; </a:t>
            </a:r>
          </a:p>
          <a:p>
            <a:pPr lvl="1"/>
            <a:r>
              <a:rPr lang="en-US" sz="2000"/>
              <a:t>it can be information if </a:t>
            </a:r>
            <a:r>
              <a:rPr lang="en-US" sz="2000">
                <a:latin typeface="+mj-lt"/>
              </a:rPr>
              <a:t>22/11/15</a:t>
            </a:r>
            <a:r>
              <a:rPr lang="en-US" sz="2000"/>
              <a:t> date of your exam.</a:t>
            </a:r>
          </a:p>
          <a:p>
            <a:pPr lvl="1"/>
            <a:r>
              <a:rPr lang="en-US" sz="2000">
                <a:latin typeface="+mj-lt"/>
              </a:rPr>
              <a:t>221115 </a:t>
            </a:r>
            <a:r>
              <a:rPr lang="en-US" sz="2000"/>
              <a:t>can be a zip code of any city.</a:t>
            </a:r>
          </a:p>
          <a:p>
            <a:pPr lvl="1"/>
            <a:r>
              <a:rPr lang="en-US" sz="2000">
                <a:latin typeface="+mj-lt"/>
              </a:rPr>
              <a:t>PKR</a:t>
            </a:r>
            <a:r>
              <a:rPr lang="en-US" sz="2000"/>
              <a:t> </a:t>
            </a:r>
            <a:r>
              <a:rPr lang="en-US" sz="2000">
                <a:latin typeface="+mj-lt"/>
              </a:rPr>
              <a:t>2,21115 </a:t>
            </a:r>
            <a:r>
              <a:rPr lang="en-US" sz="2000"/>
              <a:t>can be Salary of any Person </a:t>
            </a:r>
          </a:p>
          <a:p>
            <a:endParaRPr lang="en-GB" sz="2000"/>
          </a:p>
          <a:p>
            <a:endParaRPr lang="en-US" sz="2000"/>
          </a:p>
          <a:p>
            <a:endParaRPr lang="en-US" sz="2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76E94451-09DD-44A9-8BDB-9605076B2EF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A9486-DE5B-ABD9-68BA-6CA24D0B7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  <a:latin typeface="Constantia" panose="02030602050306030303" pitchFamily="18" charset="0"/>
              </a:rPr>
              <a:t>Structured Data vs. Information</a:t>
            </a:r>
            <a:endParaRPr lang="en-PK" sz="4000" b="1">
              <a:solidFill>
                <a:srgbClr val="FFFFFF"/>
              </a:solidFill>
              <a:latin typeface="Constantia" panose="0203060205030603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3516B-D90F-E5B8-7ABD-179DEAE0D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Structured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Structured data refers to organized and formatted data that follows a predefined schema. It is typically stored in databases, spreadsheets, or other structured formats.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Examples include tables in relational databases, spreadsheets with rows and columns, or data in CSV file.</a:t>
            </a:r>
          </a:p>
          <a:p>
            <a:pPr marL="0" indent="0">
              <a:buNone/>
            </a:pPr>
            <a:r>
              <a:rPr lang="en-US" sz="2000" b="1" dirty="0"/>
              <a:t>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Information is the result of processing and analyzing structured data to derive meaning, context, and insights.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Information provides knowledge and understanding that can be used for decision-making or gaining insights into a particular subject.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F9B98-A1A0-A60E-03CF-CB12D486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76E94451-09DD-44A9-8BDB-9605076B2EF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  <a:defRPr/>
              </a:pPr>
              <a:t>13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463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A9486-DE5B-ABD9-68BA-6CA24D0B7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4000" b="1">
                <a:solidFill>
                  <a:schemeClr val="bg1"/>
                </a:solidFill>
                <a:latin typeface="Constantia" panose="02030602050306030303" pitchFamily="18" charset="0"/>
              </a:rPr>
              <a:t>Structured Data vs. Information</a:t>
            </a:r>
            <a:endParaRPr lang="en-PK" sz="4000" b="1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F9B98-A1A0-A60E-03CF-CB12D486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867" y="3246439"/>
            <a:ext cx="672957" cy="343768"/>
          </a:xfrm>
        </p:spPr>
        <p:txBody>
          <a:bodyPr anchor="ctr">
            <a:normAutofit/>
          </a:bodyPr>
          <a:lstStyle/>
          <a:p>
            <a:pPr algn="ctr">
              <a:spcAft>
                <a:spcPts val="600"/>
              </a:spcAft>
              <a:defRPr/>
            </a:pPr>
            <a:fld id="{76E94451-09DD-44A9-8BDB-9605076B2EFF}" type="slidenum">
              <a:rPr lang="en-US" sz="1400">
                <a:solidFill>
                  <a:schemeClr val="tx1"/>
                </a:solidFill>
              </a:rPr>
              <a:pPr algn="ctr">
                <a:spcAft>
                  <a:spcPts val="600"/>
                </a:spcAft>
                <a:defRPr/>
              </a:pPr>
              <a:t>14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3516B-D90F-E5B8-7ABD-179DEAE0D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b="1" i="0">
                <a:effectLst/>
                <a:latin typeface="Söhne"/>
              </a:rPr>
              <a:t>Example:</a:t>
            </a:r>
            <a:endParaRPr lang="en-US" sz="2400" b="0" i="0">
              <a:effectLst/>
              <a:latin typeface="Söhne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0">
                <a:effectLst/>
                <a:latin typeface="Söhne"/>
              </a:rPr>
              <a:t>Structured Data:</a:t>
            </a:r>
            <a:r>
              <a:rPr lang="en-US" sz="2400" b="0" i="0">
                <a:effectLst/>
                <a:latin typeface="Söhne"/>
              </a:rPr>
              <a:t> A database table containing customer information with columns like CustomerID, Name, Address, and PurchaseAmount.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i="0">
                <a:effectLst/>
                <a:latin typeface="Söhne"/>
              </a:rPr>
              <a:t>Information:</a:t>
            </a:r>
            <a:r>
              <a:rPr lang="en-US" sz="2400" b="0" i="0">
                <a:effectLst/>
                <a:latin typeface="Söhne"/>
              </a:rPr>
              <a:t> Deriving insights, such as the average purchase amount per customer, identifying trends in purchasing behavior, or segmenting customers based on specific criteria.</a:t>
            </a:r>
          </a:p>
          <a:p>
            <a:pPr>
              <a:buFont typeface="Arial" panose="020B0604020202020204" pitchFamily="34" charset="0"/>
              <a:buChar char="•"/>
            </a:pPr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23679602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A9486-DE5B-ABD9-68BA-6CA24D0B7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4000" b="1">
                <a:solidFill>
                  <a:schemeClr val="bg1"/>
                </a:solidFill>
                <a:latin typeface="Constantia" panose="02030602050306030303" pitchFamily="18" charset="0"/>
              </a:rPr>
              <a:t>Tasks</a:t>
            </a:r>
            <a:endParaRPr lang="en-PK" sz="4000" b="1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F9B98-A1A0-A60E-03CF-CB12D4861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867" y="3246439"/>
            <a:ext cx="672957" cy="343768"/>
          </a:xfrm>
        </p:spPr>
        <p:txBody>
          <a:bodyPr anchor="ctr">
            <a:normAutofit/>
          </a:bodyPr>
          <a:lstStyle/>
          <a:p>
            <a:pPr algn="ctr">
              <a:spcAft>
                <a:spcPts val="600"/>
              </a:spcAft>
              <a:defRPr/>
            </a:pPr>
            <a:fld id="{76E94451-09DD-44A9-8BDB-9605076B2EFF}" type="slidenum">
              <a:rPr lang="en-US" sz="1400">
                <a:solidFill>
                  <a:schemeClr val="tx1"/>
                </a:solidFill>
              </a:rPr>
              <a:pPr algn="ctr">
                <a:spcAft>
                  <a:spcPts val="600"/>
                </a:spcAft>
                <a:defRPr/>
              </a:pPr>
              <a:t>15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3516B-D90F-E5B8-7ABD-179DEAE0D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1. Data vs. Info example</a:t>
            </a:r>
          </a:p>
          <a:p>
            <a:pPr marL="0" indent="0">
              <a:buNone/>
            </a:pPr>
            <a:r>
              <a:rPr lang="en-US" sz="2400"/>
              <a:t>2. MetaData Examples</a:t>
            </a:r>
            <a:endParaRPr lang="en-PK" sz="2400"/>
          </a:p>
        </p:txBody>
      </p:sp>
    </p:spTree>
    <p:extLst>
      <p:ext uri="{BB962C8B-B14F-4D97-AF65-F5344CB8AC3E}">
        <p14:creationId xmlns:p14="http://schemas.microsoft.com/office/powerpoint/2010/main" val="11447761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Introduction to Databases</a:t>
            </a: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algn="just"/>
            <a:r>
              <a:rPr lang="en-US" sz="1700" b="1" dirty="0"/>
              <a:t>What is a Database?</a:t>
            </a:r>
          </a:p>
          <a:p>
            <a:pPr lvl="1" algn="just"/>
            <a:r>
              <a:rPr lang="en-US" sz="1700" dirty="0"/>
              <a:t>Structured collection of data stored electronically for easy access and management.</a:t>
            </a:r>
          </a:p>
          <a:p>
            <a:pPr lvl="1" algn="just"/>
            <a:endParaRPr lang="en-US" sz="1700" dirty="0"/>
          </a:p>
          <a:p>
            <a:pPr lvl="1" algn="just"/>
            <a:r>
              <a:rPr lang="en-US" sz="1700" dirty="0"/>
              <a:t>A database is an organized collection of data that is stored electronically in a structured format. It allows for efficient storage, retrieval, and management of data for various purposes.</a:t>
            </a:r>
          </a:p>
          <a:p>
            <a:pPr lvl="1" algn="just"/>
            <a:endParaRPr lang="en-US" sz="1700" dirty="0"/>
          </a:p>
          <a:p>
            <a:pPr lvl="1" algn="just"/>
            <a:r>
              <a:rPr lang="en-US" sz="1700" dirty="0"/>
              <a:t>Think of a database as a digital filing cabinet where information (files) is stored in labeled folders for quick retrieval and efficient organization.</a:t>
            </a:r>
          </a:p>
          <a:p>
            <a:pPr lvl="1" algn="just"/>
            <a:endParaRPr lang="en-US" sz="1700" dirty="0"/>
          </a:p>
          <a:p>
            <a:pPr lvl="1" algn="just"/>
            <a:r>
              <a:rPr lang="en-US" sz="1700" dirty="0"/>
              <a:t>Examples: Library catalogs, online shopping platforms, social media platforms.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24866-F9D6-7F34-C589-24542527C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Introduction to Databases</a:t>
            </a:r>
            <a:endParaRPr lang="en-PK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D4E016-3B9E-9245-7DDE-76C3F12858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5707997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6819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5DAD8B-3395-E9AB-F9D9-8DF92B4F9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Introduction to Databases</a:t>
            </a:r>
            <a:endParaRPr lang="en-PK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3012AF-2982-AAD5-B54E-D2CC48A06C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860842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6727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5600"/>
              <a:t>Database Management Systems (DBMS)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8AB0AB-E859-228C-2C42-4CC276E10A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26432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D4832-2C1D-C2E4-1A64-BF7AE2BE5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Analogy for Database Management System (DBMS):</a:t>
            </a:r>
            <a:endParaRPr lang="en-PK" sz="370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3B9C16A-B0F4-17BE-D3BC-454BA0D51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843952" cy="3769835"/>
          </a:xfrm>
        </p:spPr>
        <p:txBody>
          <a:bodyPr anchor="ctr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A </a:t>
            </a:r>
            <a:r>
              <a:rPr lang="en-US" sz="1600" b="1" dirty="0"/>
              <a:t>DBMS</a:t>
            </a:r>
            <a:r>
              <a:rPr lang="en-US" sz="1600" dirty="0"/>
              <a:t> can be compared to a </a:t>
            </a:r>
            <a:r>
              <a:rPr lang="en-US" sz="1600" b="1" dirty="0"/>
              <a:t>library management system</a:t>
            </a:r>
            <a:r>
              <a:rPr lang="en-US" sz="1600" dirty="0"/>
              <a:t> that helps organize, manage, and access books efficiently. Here’s how the analogy works: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1600" b="1" dirty="0"/>
              <a:t>Database as a Library: </a:t>
            </a:r>
            <a:r>
              <a:rPr lang="en-US" sz="1600" dirty="0"/>
              <a:t>The </a:t>
            </a:r>
            <a:r>
              <a:rPr lang="en-US" sz="1600" b="1" dirty="0"/>
              <a:t>database</a:t>
            </a:r>
            <a:r>
              <a:rPr lang="en-US" sz="1600" dirty="0"/>
              <a:t> is like the collection of books in the library. It contains all the information (data) stored systematically.</a:t>
            </a:r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endParaRPr lang="en-US" sz="1600" dirty="0"/>
          </a:p>
          <a:p>
            <a:pPr marL="514350" indent="-514350">
              <a:lnSpc>
                <a:spcPct val="90000"/>
              </a:lnSpc>
              <a:buFont typeface="+mj-lt"/>
              <a:buAutoNum type="arabicPeriod"/>
            </a:pPr>
            <a:r>
              <a:rPr lang="en-US" sz="1600" b="1" dirty="0"/>
              <a:t>DBMS as the Librarian: </a:t>
            </a:r>
            <a:r>
              <a:rPr lang="en-US" sz="1600" dirty="0"/>
              <a:t>The </a:t>
            </a:r>
            <a:r>
              <a:rPr lang="en-US" sz="1600" b="1" dirty="0"/>
              <a:t>DBMS</a:t>
            </a:r>
            <a:r>
              <a:rPr lang="en-US" sz="1600" dirty="0"/>
              <a:t> acts like the </a:t>
            </a:r>
            <a:r>
              <a:rPr lang="en-US" sz="1600" b="1" dirty="0"/>
              <a:t>librarian</a:t>
            </a:r>
            <a:r>
              <a:rPr lang="en-US" sz="1600" dirty="0"/>
              <a:t>, who: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Organizes the books on shelves (stores data in tables).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Keeps track of which books are where (indexes and metadata).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Provides a system for borrowing or returning books (data retrieval and updates).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Ensures books are not misplaced or damaged (data integrity).</a:t>
            </a:r>
          </a:p>
        </p:txBody>
      </p:sp>
      <p:pic>
        <p:nvPicPr>
          <p:cNvPr id="16" name="Picture 15" descr="Stack of multicolored books">
            <a:extLst>
              <a:ext uri="{FF2B5EF4-FFF2-40B4-BE49-F238E27FC236}">
                <a16:creationId xmlns:a16="http://schemas.microsoft.com/office/drawing/2014/main" id="{98D52B3F-13E4-6C37-778C-28240DE8EB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766" r="31753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54034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FFC6E6-423A-2BF0-27DD-928245A6E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Analogy for Database Management System (DBMS):</a:t>
            </a:r>
            <a:endParaRPr lang="en-PK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2B5C-880A-3F4C-58F2-2099979D7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4" y="2470244"/>
            <a:ext cx="6022428" cy="4198570"/>
          </a:xfrm>
        </p:spPr>
        <p:txBody>
          <a:bodyPr anchor="ctr">
            <a:normAutofit lnSpcReduction="10000"/>
          </a:bodyPr>
          <a:lstStyle/>
          <a:p>
            <a:pPr marL="514350" indent="-514350">
              <a:lnSpc>
                <a:spcPct val="90000"/>
              </a:lnSpc>
              <a:buFont typeface="+mj-lt"/>
              <a:buAutoNum type="arabicPeriod" startAt="3"/>
            </a:pPr>
            <a:r>
              <a:rPr lang="en-US" sz="2000" b="1" dirty="0"/>
              <a:t>Users as Library Visitors: </a:t>
            </a:r>
            <a:r>
              <a:rPr lang="en-US" sz="2000" dirty="0"/>
              <a:t>The </a:t>
            </a:r>
            <a:r>
              <a:rPr lang="en-US" sz="2000" b="1" dirty="0"/>
              <a:t>users</a:t>
            </a:r>
            <a:r>
              <a:rPr lang="en-US" sz="2000" dirty="0"/>
              <a:t> are like the people visiting the library. They can: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Browse for specific books (query data).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Borrow books or return them (insert or update data).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Ask for help from the librarian to find what they need (use DBMS features).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571500" indent="-514350">
              <a:lnSpc>
                <a:spcPct val="90000"/>
              </a:lnSpc>
              <a:buFont typeface="+mj-lt"/>
              <a:buAutoNum type="arabicPeriod" startAt="4"/>
            </a:pPr>
            <a:r>
              <a:rPr lang="en-US" sz="2000" b="1" dirty="0"/>
              <a:t>Query Language as the Library Catalog: </a:t>
            </a:r>
            <a:r>
              <a:rPr lang="en-US" sz="2000" dirty="0"/>
              <a:t>The </a:t>
            </a:r>
            <a:r>
              <a:rPr lang="en-US" sz="2000" b="1" dirty="0"/>
              <a:t>query language</a:t>
            </a:r>
            <a:r>
              <a:rPr lang="en-US" sz="2000" dirty="0"/>
              <a:t> (e.g., SQL) is like the </a:t>
            </a:r>
            <a:r>
              <a:rPr lang="en-US" sz="2000" b="1" dirty="0"/>
              <a:t>library catalog</a:t>
            </a:r>
            <a:r>
              <a:rPr lang="en-US" sz="2000" dirty="0"/>
              <a:t>: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Users can search by book title, author, or subject (filter data based on conditions).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librarian uses this catalog to locate books quickly.</a:t>
            </a:r>
            <a:endParaRPr lang="en-PK" sz="2000" dirty="0"/>
          </a:p>
        </p:txBody>
      </p:sp>
      <p:pic>
        <p:nvPicPr>
          <p:cNvPr id="5" name="Picture 4" descr="A top view of books with different cover colors">
            <a:extLst>
              <a:ext uri="{FF2B5EF4-FFF2-40B4-BE49-F238E27FC236}">
                <a16:creationId xmlns:a16="http://schemas.microsoft.com/office/drawing/2014/main" id="{74C92F5E-B7C8-E044-9120-982E2B6E2C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99" r="14642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0106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E6246-A5A9-D5A1-FC5B-0C7F85EA7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Analogy for Database Management System (DBMS):</a:t>
            </a:r>
            <a:endParaRPr lang="en-PK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AA9A4-0C07-F8D2-913C-329F47FED2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704015"/>
            <a:ext cx="10907487" cy="3781292"/>
          </a:xfrm>
        </p:spPr>
        <p:txBody>
          <a:bodyPr anchor="ctr">
            <a:normAutofit lnSpcReduction="10000"/>
          </a:bodyPr>
          <a:lstStyle/>
          <a:p>
            <a:pPr marL="361950" indent="-361950" algn="just">
              <a:lnSpc>
                <a:spcPct val="90000"/>
              </a:lnSpc>
              <a:buNone/>
            </a:pPr>
            <a:r>
              <a:rPr lang="en-US" sz="2400" b="1" dirty="0"/>
              <a:t>5. Security and Permissions: </a:t>
            </a:r>
            <a:r>
              <a:rPr lang="en-US" sz="2400" dirty="0"/>
              <a:t>Just as not everyone can enter certain parts of a library (e.g., staff-only areas or rare book collections), the </a:t>
            </a:r>
            <a:r>
              <a:rPr lang="en-US" sz="2400" b="1" dirty="0"/>
              <a:t>DBMS</a:t>
            </a:r>
            <a:r>
              <a:rPr lang="en-US" sz="2400" dirty="0"/>
              <a:t> enforces access controls and permissions to ensure only authorized users can access specific data.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2400" dirty="0"/>
          </a:p>
          <a:p>
            <a:pPr marL="361950" indent="-361950" algn="just">
              <a:lnSpc>
                <a:spcPct val="90000"/>
              </a:lnSpc>
              <a:buNone/>
            </a:pPr>
            <a:r>
              <a:rPr lang="en-US" sz="2400" b="1" dirty="0"/>
              <a:t>6. Backup as Book Duplicates: </a:t>
            </a:r>
            <a:r>
              <a:rPr lang="en-US" sz="2400" dirty="0"/>
              <a:t>In case of fire or loss, libraries often have backup copies of rare or important books. Similarly, the </a:t>
            </a:r>
            <a:r>
              <a:rPr lang="en-US" sz="2400" b="1" dirty="0"/>
              <a:t>DBMS</a:t>
            </a:r>
            <a:r>
              <a:rPr lang="en-US" sz="2400" dirty="0"/>
              <a:t> ensures data safety by maintaining backups.</a:t>
            </a:r>
          </a:p>
          <a:p>
            <a:pPr marL="0" indent="0" algn="just">
              <a:lnSpc>
                <a:spcPct val="90000"/>
              </a:lnSpc>
              <a:buNone/>
            </a:pPr>
            <a:endParaRPr lang="en-US" sz="2400" dirty="0"/>
          </a:p>
          <a:p>
            <a:pPr marL="361950" indent="-361950" algn="just">
              <a:lnSpc>
                <a:spcPct val="90000"/>
              </a:lnSpc>
              <a:buNone/>
            </a:pPr>
            <a:r>
              <a:rPr lang="en-US" sz="2400" b="1" dirty="0"/>
              <a:t>7. Scalability as Library Expansion: </a:t>
            </a:r>
            <a:r>
              <a:rPr lang="en-US" sz="2400" dirty="0"/>
              <a:t>As the library grows and needs more space, the librarian organizes the collection to make room for new books. Similarly, a </a:t>
            </a:r>
            <a:r>
              <a:rPr lang="en-US" sz="2400" b="1" dirty="0"/>
              <a:t>DBMS</a:t>
            </a:r>
            <a:r>
              <a:rPr lang="en-US" sz="2400" dirty="0"/>
              <a:t> scales to handle increasing amounts of data efficiently.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925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DBMS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53DCBF5F-FC3A-2FEE-FD27-E7051751D63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CF5B7-F8A0-5DF8-FB06-B0FE838EF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7FA3B46-097E-F218-C076-443DEA7C4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45F7A74-D805-65E4-CC32-56FA38DCE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03EDF27-BD31-D0CD-5008-F1A555B72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21DAF26-DBA1-4450-B23F-26627B867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9E3FF69-7B4A-15B7-FEFE-5D6478D91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FEC862B-509B-73E6-1B82-7159F65A7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0C569B-CB5C-51F9-4015-2BD4ACFFA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Types of Databases: </a:t>
            </a:r>
            <a:br>
              <a:rPr lang="en-US" sz="4800" dirty="0"/>
            </a:br>
            <a:r>
              <a:rPr lang="en-US" sz="4800" dirty="0"/>
              <a:t>Relational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090B6-DDF8-A366-C72C-1F134317C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3017522"/>
            <a:ext cx="10907487" cy="3124658"/>
          </a:xfrm>
        </p:spPr>
        <p:txBody>
          <a:bodyPr anchor="ctr">
            <a:normAutofit/>
          </a:bodyPr>
          <a:lstStyle/>
          <a:p>
            <a:pPr algn="just"/>
            <a:r>
              <a:rPr lang="en-US" sz="2800" dirty="0"/>
              <a:t>Relational databases store data in tables (relations) consisting of rows and columns. </a:t>
            </a:r>
          </a:p>
          <a:p>
            <a:pPr algn="just"/>
            <a:r>
              <a:rPr lang="en-US" sz="2800" dirty="0"/>
              <a:t>Relationships between tables are established using primary and foreign keys. </a:t>
            </a:r>
          </a:p>
          <a:p>
            <a:pPr algn="just"/>
            <a:r>
              <a:rPr lang="en-US" sz="2800" dirty="0"/>
              <a:t>SQL is used for querying and managing data. </a:t>
            </a:r>
          </a:p>
          <a:p>
            <a:pPr algn="just"/>
            <a:r>
              <a:rPr lang="en-US" sz="2800" dirty="0"/>
              <a:t>They are best suited for structured data and business applications.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2BDEC6D-4061-8465-6E2E-9D598F263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832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65F37C-4B89-F597-39E8-05C18F7DC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DB961D6-B940-DD36-19C5-321AB5D3F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37CFA0D-D73C-73E0-E239-08F4330E8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CF248B-3EA1-5D39-6A89-8AD37EECF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7F2AA92-80C8-D8C9-384D-6707F7146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32748E3-7574-C9F7-C07E-51D1144307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AF12B1E7-1034-60DD-FE9D-A9CB9D15E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B50CF5-FFEC-C9B4-F4F5-1501BB0CA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Types of Databases: </a:t>
            </a:r>
            <a:br>
              <a:rPr lang="en-US" sz="4800" dirty="0"/>
            </a:br>
            <a:r>
              <a:rPr lang="en-US" sz="4800" dirty="0"/>
              <a:t>Hierarchical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24011-6021-7400-FEC7-0381FBA13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3017522"/>
            <a:ext cx="10907487" cy="3124658"/>
          </a:xfrm>
        </p:spPr>
        <p:txBody>
          <a:bodyPr anchor="ctr">
            <a:normAutofit/>
          </a:bodyPr>
          <a:lstStyle/>
          <a:p>
            <a:pPr algn="just"/>
            <a:r>
              <a:rPr lang="en-US" dirty="0"/>
              <a:t>Hierarchical databases organize data in a tree-like structure. </a:t>
            </a:r>
          </a:p>
          <a:p>
            <a:pPr algn="just"/>
            <a:r>
              <a:rPr lang="en-US" dirty="0"/>
              <a:t>Each child record has exactly one parent record. </a:t>
            </a:r>
          </a:p>
          <a:p>
            <a:pPr algn="just"/>
            <a:r>
              <a:rPr lang="en-US" dirty="0"/>
              <a:t>This model is simple and fast for hierarchical data but lacks flexibility.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AD99FD-FE00-F77E-6B01-183D89753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706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BDC7AD-A57A-B202-5F2E-4ECE200F8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2799682-11DB-40B0-C2EC-72E3F6079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4D47913-A9A3-8623-B30F-353B051243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896D3B2-61A6-DDE2-A0C5-F6CAD57F1F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282E1F3-CA41-869E-0EB7-D0A0AA644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328AB1C-35B3-1D45-F745-7050F037C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F4EBE02-C69F-D089-3AE2-47AD3DDD8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6AFA1-D887-1C6C-B638-BC58A992E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Types of Databases: </a:t>
            </a:r>
            <a:br>
              <a:rPr lang="en-US" sz="4800" dirty="0"/>
            </a:br>
            <a:r>
              <a:rPr lang="en-US" sz="4800" dirty="0"/>
              <a:t>Network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D6905-DD34-E092-1A9F-5D04CBCC7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3017522"/>
            <a:ext cx="10907487" cy="3124658"/>
          </a:xfrm>
        </p:spPr>
        <p:txBody>
          <a:bodyPr anchor="ctr">
            <a:normAutofit/>
          </a:bodyPr>
          <a:lstStyle/>
          <a:p>
            <a:pPr algn="just"/>
            <a:r>
              <a:rPr lang="en-US" dirty="0"/>
              <a:t>Network databases extend the hierarchical model by allowing records to have multiple parents. </a:t>
            </a:r>
          </a:p>
          <a:p>
            <a:pPr algn="just"/>
            <a:r>
              <a:rPr lang="en-US" dirty="0"/>
              <a:t>Data is represented as a graph structure. </a:t>
            </a:r>
          </a:p>
          <a:p>
            <a:pPr algn="just"/>
            <a:r>
              <a:rPr lang="en-US" dirty="0"/>
              <a:t>This model is complex to design.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C9DD95-9FD3-9D4D-D11E-2446DA6B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3154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D591D9-4EB2-22EA-84D4-4E81D20AB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70DA87F-DAB7-4489-385C-E37226278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FE0F190-C31B-4684-2ACA-DE3E9A291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9694948-1CD3-F7CF-5A12-52E95ADB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B2BBAA-614A-8AED-1F85-566BCF98E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D745144-EA22-4D96-A6A5-081DA7463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5B298935-93F9-C24B-A8CB-8DCBD05FC8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A542A-4020-131D-1D16-6FCA7B6E6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Types of Databases: </a:t>
            </a:r>
            <a:br>
              <a:rPr lang="en-US" sz="4800" dirty="0"/>
            </a:br>
            <a:r>
              <a:rPr lang="en-US" sz="4800" dirty="0"/>
              <a:t>Object-Oriented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5B746-7BFB-5639-F50E-A226E939E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3017522"/>
            <a:ext cx="10907487" cy="3124658"/>
          </a:xfrm>
        </p:spPr>
        <p:txBody>
          <a:bodyPr anchor="ctr">
            <a:normAutofit/>
          </a:bodyPr>
          <a:lstStyle/>
          <a:p>
            <a:pPr algn="just"/>
            <a:r>
              <a:rPr lang="en-US" dirty="0"/>
              <a:t>Object-oriented databases store data as objects, similar to object-oriented programming. </a:t>
            </a:r>
          </a:p>
          <a:p>
            <a:pPr algn="just"/>
            <a:r>
              <a:rPr lang="en-US" dirty="0"/>
              <a:t>They support classes, objects, inheritance, and encapsulation. </a:t>
            </a:r>
          </a:p>
          <a:p>
            <a:pPr algn="just"/>
            <a:r>
              <a:rPr lang="en-US" dirty="0"/>
              <a:t>Used for complex data such as multimedia.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C550FAE-0434-7CCB-EDF5-CDB4F414B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8984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89D02-F234-464A-6F2B-DB5EE9EDF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262C1C6-929B-046F-485A-B65388286F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FB80CD0-E849-A759-9D18-B07DC1F517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FD3B62A-63A2-A9E9-2239-73B53931C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D7B16ED-2CD4-69AD-144A-37C0C53B97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630238E-8E2C-1528-41BD-E03211C22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6A0B32A4-3154-4FF9-5FD0-F312EAFC6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A804F-E74F-2CDC-CA97-7CE1A7EDC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Types of Databases: </a:t>
            </a:r>
            <a:br>
              <a:rPr lang="en-US" sz="4800" dirty="0"/>
            </a:br>
            <a:r>
              <a:rPr lang="en-US" sz="4800" dirty="0"/>
              <a:t>NoSQL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DCF1-139C-0AB2-E917-D18B4CF64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3017522"/>
            <a:ext cx="10907487" cy="3124658"/>
          </a:xfrm>
        </p:spPr>
        <p:txBody>
          <a:bodyPr anchor="ctr">
            <a:normAutofit/>
          </a:bodyPr>
          <a:lstStyle/>
          <a:p>
            <a:pPr algn="just"/>
            <a:r>
              <a:rPr lang="en-US" dirty="0"/>
              <a:t>NoSQL databases are designed for large-scale, distributed, and unstructured data. </a:t>
            </a:r>
          </a:p>
          <a:p>
            <a:pPr algn="just"/>
            <a:r>
              <a:rPr lang="en-US" dirty="0"/>
              <a:t>They do not strictly follow relational rules. </a:t>
            </a:r>
          </a:p>
          <a:p>
            <a:pPr algn="just"/>
            <a:r>
              <a:rPr lang="en-US" dirty="0"/>
              <a:t>Types include key-value, document, column-family, and graph databases.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948636C-36DE-1A15-05C3-4F4A8EBEE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687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C9BEFF-0CD5-0430-B829-27193D288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D4AD38C-5749-26D0-CA80-FDE9FF5F4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FB1B660-0A03-E7F9-C067-9AFC1087C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443305C-8DF0-25C9-A431-27E8A87BB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922A816-C262-082F-33FE-C6C8DA769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5E15651-2FCF-3EA0-C493-A7685E48B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C901017-1753-F91C-58E4-BF2CF837F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57986F-6F52-A24F-1B3C-AB25670D3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Types of Databases: </a:t>
            </a:r>
            <a:br>
              <a:rPr lang="en-US" sz="4800" dirty="0"/>
            </a:br>
            <a:r>
              <a:rPr lang="en-US" sz="4800" dirty="0"/>
              <a:t>Distributed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9218E-8BCC-5D92-EB65-0442F4780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3017522"/>
            <a:ext cx="10907487" cy="3124658"/>
          </a:xfrm>
        </p:spPr>
        <p:txBody>
          <a:bodyPr anchor="ctr">
            <a:normAutofit/>
          </a:bodyPr>
          <a:lstStyle/>
          <a:p>
            <a:pPr algn="just"/>
            <a:r>
              <a:rPr lang="en-US" dirty="0"/>
              <a:t>A distributed database stores data across multiple physical locations but appears as a single database. </a:t>
            </a:r>
          </a:p>
          <a:p>
            <a:pPr algn="just"/>
            <a:r>
              <a:rPr lang="en-US" dirty="0"/>
              <a:t>It improves availability, reliability, and performance.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FA2CC7-CF8E-BA6A-28C2-7E8DDABDF9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0132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EEE47-2F9E-4B74-3CDD-7B1FC7791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4D9B6B-2ECF-D784-ED00-1E7C03F2E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1E8AF3B-F58F-9C93-CF7D-2BC533321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E3591CB-667E-9B8F-BA1E-568396800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1C54398-D5BB-8D3B-933B-772B584D73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73FA6AB-7A30-5BC2-412C-A6789CC21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133632A-FDAD-FBEE-1AE7-C00CE7786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C0A6C5-AC28-7921-EF63-396878288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Types of Databases: </a:t>
            </a:r>
            <a:br>
              <a:rPr lang="en-US" sz="4800" dirty="0"/>
            </a:br>
            <a:r>
              <a:rPr lang="en-US" sz="4800" dirty="0"/>
              <a:t>Cloud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008CE-0863-971D-9892-79D285A3E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3017522"/>
            <a:ext cx="10907487" cy="3124658"/>
          </a:xfrm>
        </p:spPr>
        <p:txBody>
          <a:bodyPr anchor="ctr">
            <a:normAutofit/>
          </a:bodyPr>
          <a:lstStyle/>
          <a:p>
            <a:pPr algn="just"/>
            <a:r>
              <a:rPr lang="en-US" dirty="0"/>
              <a:t>Cloud databases are hosted on cloud platforms and accessed via the internet. </a:t>
            </a:r>
          </a:p>
          <a:p>
            <a:pPr algn="just"/>
            <a:r>
              <a:rPr lang="en-US" dirty="0"/>
              <a:t>They provide scalability, flexibility, and reduced maintenance.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B1438DB-3FF6-A840-ED19-CD167A50D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851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Applications of Databases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5E6D21-C62F-6409-5F74-AB15CE8D34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74018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dirty="0"/>
              <a:t>Data Models</a:t>
            </a:r>
            <a:br>
              <a:rPr lang="en-US" sz="4000" dirty="0"/>
            </a:br>
            <a:br>
              <a:rPr lang="en-US" sz="4000" dirty="0"/>
            </a:br>
            <a:r>
              <a:rPr lang="en-US" sz="1800" dirty="0"/>
              <a:t>A </a:t>
            </a:r>
            <a:r>
              <a:rPr lang="en-US" sz="1800" b="1" dirty="0"/>
              <a:t>data model</a:t>
            </a:r>
            <a:r>
              <a:rPr lang="en-US" sz="1800" dirty="0"/>
              <a:t> is a conceptual framework or blueprint that defines how data is organized, stored, and related within a database. </a:t>
            </a:r>
            <a:endParaRPr lang="en-US" sz="4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CBE3B3-734F-1CCC-97A7-7716D26A67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1280248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Summary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50FE95-A5F6-8887-4839-E1D7197DBE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570916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2259</Words>
  <Application>Microsoft Office PowerPoint</Application>
  <PresentationFormat>Widescreen</PresentationFormat>
  <Paragraphs>250</Paragraphs>
  <Slides>33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Aptos</vt:lpstr>
      <vt:lpstr>Arial</vt:lpstr>
      <vt:lpstr>Calibri</vt:lpstr>
      <vt:lpstr>Constantia</vt:lpstr>
      <vt:lpstr>Rajdhani</vt:lpstr>
      <vt:lpstr>Söhne</vt:lpstr>
      <vt:lpstr>Times New Roman</vt:lpstr>
      <vt:lpstr>Office Theme</vt:lpstr>
      <vt:lpstr>Course Overview</vt:lpstr>
      <vt:lpstr>Course Guidelines</vt:lpstr>
      <vt:lpstr>Course Objectives</vt:lpstr>
      <vt:lpstr>In this Lecture you will Learn about: </vt:lpstr>
      <vt:lpstr>Data</vt:lpstr>
      <vt:lpstr>Data (cont’d)</vt:lpstr>
      <vt:lpstr>Data (cont’d)</vt:lpstr>
      <vt:lpstr>Data (cont’d)</vt:lpstr>
      <vt:lpstr>Information &amp; Metadata</vt:lpstr>
      <vt:lpstr>Information &amp; Metadata</vt:lpstr>
      <vt:lpstr>Information &amp; Metadata</vt:lpstr>
      <vt:lpstr>Data Vs Information</vt:lpstr>
      <vt:lpstr>Structured Data vs. Information</vt:lpstr>
      <vt:lpstr>Structured Data vs. Information</vt:lpstr>
      <vt:lpstr>Tasks</vt:lpstr>
      <vt:lpstr>Introduction to Databases</vt:lpstr>
      <vt:lpstr>Introduction to Databases</vt:lpstr>
      <vt:lpstr>Introduction to Databases</vt:lpstr>
      <vt:lpstr>Database Management Systems (DBMS)</vt:lpstr>
      <vt:lpstr>Analogy for Database Management System (DBMS):</vt:lpstr>
      <vt:lpstr>Analogy for Database Management System (DBMS):</vt:lpstr>
      <vt:lpstr>Analogy for Database Management System (DBMS):</vt:lpstr>
      <vt:lpstr>Popular DBMS</vt:lpstr>
      <vt:lpstr>Types of Databases:  Relational Database</vt:lpstr>
      <vt:lpstr>Types of Databases:  Hierarchical Database</vt:lpstr>
      <vt:lpstr>Types of Databases:  Network Database</vt:lpstr>
      <vt:lpstr>Types of Databases:  Object-Oriented Database</vt:lpstr>
      <vt:lpstr>Types of Databases:  NoSQL Databases</vt:lpstr>
      <vt:lpstr>Types of Databases:  Distributed Database</vt:lpstr>
      <vt:lpstr>Types of Databases:  Cloud Database</vt:lpstr>
      <vt:lpstr>Applications of Databases</vt:lpstr>
      <vt:lpstr>Data Models  A data model is a conceptual framework or blueprint that defines how data is organized, stored, and related within a database. 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Younis</cp:lastModifiedBy>
  <cp:revision>12</cp:revision>
  <dcterms:created xsi:type="dcterms:W3CDTF">2013-01-27T09:14:16Z</dcterms:created>
  <dcterms:modified xsi:type="dcterms:W3CDTF">2026-01-22T06:34:05Z</dcterms:modified>
  <cp:category/>
</cp:coreProperties>
</file>