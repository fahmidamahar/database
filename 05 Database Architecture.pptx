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26"/>
  </p:notesMasterIdLst>
  <p:sldIdLst>
    <p:sldId id="256" r:id="rId2"/>
    <p:sldId id="265" r:id="rId3"/>
    <p:sldId id="267" r:id="rId4"/>
    <p:sldId id="269" r:id="rId5"/>
    <p:sldId id="266" r:id="rId6"/>
    <p:sldId id="257" r:id="rId7"/>
    <p:sldId id="280" r:id="rId8"/>
    <p:sldId id="273" r:id="rId9"/>
    <p:sldId id="271" r:id="rId10"/>
    <p:sldId id="274" r:id="rId11"/>
    <p:sldId id="277" r:id="rId12"/>
    <p:sldId id="278" r:id="rId13"/>
    <p:sldId id="279" r:id="rId14"/>
    <p:sldId id="276" r:id="rId15"/>
    <p:sldId id="275" r:id="rId16"/>
    <p:sldId id="281" r:id="rId17"/>
    <p:sldId id="285" r:id="rId18"/>
    <p:sldId id="286" r:id="rId19"/>
    <p:sldId id="287" r:id="rId20"/>
    <p:sldId id="260" r:id="rId21"/>
    <p:sldId id="288" r:id="rId22"/>
    <p:sldId id="289" r:id="rId23"/>
    <p:sldId id="290" r:id="rId24"/>
    <p:sldId id="29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45" autoAdjust="0"/>
  </p:normalViewPr>
  <p:slideViewPr>
    <p:cSldViewPr snapToGrid="0" snapToObjects="1">
      <p:cViewPr varScale="1">
        <p:scale>
          <a:sx n="59" d="100"/>
          <a:sy n="59" d="100"/>
        </p:scale>
        <p:origin x="1074" y="6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487484-254A-48BC-B2C1-CBB5B352CFFB}"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US"/>
        </a:p>
      </dgm:t>
    </dgm:pt>
    <dgm:pt modelId="{446C712B-B689-4D3E-9882-1E1039449B30}">
      <dgm:prSet/>
      <dgm:spPr/>
      <dgm:t>
        <a:bodyPr/>
        <a:lstStyle/>
        <a:p>
          <a:r>
            <a:rPr lang="en-US"/>
            <a:t>Database architecture refers to the design and structure of a database system.</a:t>
          </a:r>
        </a:p>
      </dgm:t>
    </dgm:pt>
    <dgm:pt modelId="{5A854268-5B79-442D-A6E5-24C7B956E8C9}" type="parTrans" cxnId="{6254417D-2CF4-46F9-81CE-00774CF5E3BB}">
      <dgm:prSet/>
      <dgm:spPr/>
      <dgm:t>
        <a:bodyPr/>
        <a:lstStyle/>
        <a:p>
          <a:endParaRPr lang="en-US"/>
        </a:p>
      </dgm:t>
    </dgm:pt>
    <dgm:pt modelId="{77F976FF-AE4F-4C1E-8E4B-33DF58CB3952}" type="sibTrans" cxnId="{6254417D-2CF4-46F9-81CE-00774CF5E3BB}">
      <dgm:prSet/>
      <dgm:spPr/>
      <dgm:t>
        <a:bodyPr/>
        <a:lstStyle/>
        <a:p>
          <a:endParaRPr lang="en-US"/>
        </a:p>
      </dgm:t>
    </dgm:pt>
    <dgm:pt modelId="{3C1288FD-6BA8-4681-A10E-ED1A7BBB4B1D}">
      <dgm:prSet/>
      <dgm:spPr/>
      <dgm:t>
        <a:bodyPr/>
        <a:lstStyle/>
        <a:p>
          <a:r>
            <a:rPr lang="en-US"/>
            <a:t>Determines how data is stored, accessed, and managed.</a:t>
          </a:r>
        </a:p>
      </dgm:t>
    </dgm:pt>
    <dgm:pt modelId="{762E319C-7A55-4617-9AF5-218F74275F58}" type="parTrans" cxnId="{C945FB46-9ADB-45FD-8487-C6866461FE9A}">
      <dgm:prSet/>
      <dgm:spPr/>
      <dgm:t>
        <a:bodyPr/>
        <a:lstStyle/>
        <a:p>
          <a:endParaRPr lang="en-US"/>
        </a:p>
      </dgm:t>
    </dgm:pt>
    <dgm:pt modelId="{9416CCBD-425A-464F-A185-05DDBF98802D}" type="sibTrans" cxnId="{C945FB46-9ADB-45FD-8487-C6866461FE9A}">
      <dgm:prSet/>
      <dgm:spPr/>
      <dgm:t>
        <a:bodyPr/>
        <a:lstStyle/>
        <a:p>
          <a:endParaRPr lang="en-US"/>
        </a:p>
      </dgm:t>
    </dgm:pt>
    <dgm:pt modelId="{71F49187-2167-4A16-8384-ACF32BAB2519}">
      <dgm:prSet/>
      <dgm:spPr/>
      <dgm:t>
        <a:bodyPr/>
        <a:lstStyle/>
        <a:p>
          <a:r>
            <a:rPr lang="en-US" b="1"/>
            <a:t>Importance:</a:t>
          </a:r>
          <a:endParaRPr lang="en-US"/>
        </a:p>
      </dgm:t>
    </dgm:pt>
    <dgm:pt modelId="{C4AC7A60-F7E3-4E19-AE45-06E2DC36A994}" type="parTrans" cxnId="{2FCAE78E-0970-44C9-99E8-236ECEF13E25}">
      <dgm:prSet/>
      <dgm:spPr/>
      <dgm:t>
        <a:bodyPr/>
        <a:lstStyle/>
        <a:p>
          <a:endParaRPr lang="en-US"/>
        </a:p>
      </dgm:t>
    </dgm:pt>
    <dgm:pt modelId="{1278E466-DC7B-4657-9D40-CEB21597400B}" type="sibTrans" cxnId="{2FCAE78E-0970-44C9-99E8-236ECEF13E25}">
      <dgm:prSet/>
      <dgm:spPr/>
      <dgm:t>
        <a:bodyPr/>
        <a:lstStyle/>
        <a:p>
          <a:endParaRPr lang="en-US"/>
        </a:p>
      </dgm:t>
    </dgm:pt>
    <dgm:pt modelId="{41A63D29-C8E0-44D7-9DBB-990B6039C6FF}">
      <dgm:prSet/>
      <dgm:spPr/>
      <dgm:t>
        <a:bodyPr/>
        <a:lstStyle/>
        <a:p>
          <a:r>
            <a:rPr lang="en-US"/>
            <a:t>Ensures efficient data handling.</a:t>
          </a:r>
        </a:p>
      </dgm:t>
    </dgm:pt>
    <dgm:pt modelId="{83289DD1-526A-46C1-BB84-8B59A714038B}" type="parTrans" cxnId="{FD8B42D0-7F4C-4116-B73D-641FC0E5A12D}">
      <dgm:prSet/>
      <dgm:spPr/>
      <dgm:t>
        <a:bodyPr/>
        <a:lstStyle/>
        <a:p>
          <a:endParaRPr lang="en-US"/>
        </a:p>
      </dgm:t>
    </dgm:pt>
    <dgm:pt modelId="{D5604C9B-EF5F-464A-959B-F20A427F84B5}" type="sibTrans" cxnId="{FD8B42D0-7F4C-4116-B73D-641FC0E5A12D}">
      <dgm:prSet/>
      <dgm:spPr/>
      <dgm:t>
        <a:bodyPr/>
        <a:lstStyle/>
        <a:p>
          <a:endParaRPr lang="en-US"/>
        </a:p>
      </dgm:t>
    </dgm:pt>
    <dgm:pt modelId="{F68083AB-D5D9-44FE-9BB8-4683840E53EC}">
      <dgm:prSet/>
      <dgm:spPr/>
      <dgm:t>
        <a:bodyPr/>
        <a:lstStyle/>
        <a:p>
          <a:r>
            <a:rPr lang="en-US"/>
            <a:t>Supports scalability, security, and multi-user environments.</a:t>
          </a:r>
        </a:p>
      </dgm:t>
    </dgm:pt>
    <dgm:pt modelId="{F0284860-AA02-4E5C-B9D3-4FD9153C87B8}" type="parTrans" cxnId="{40329E30-CC1E-4621-A0E1-B92D4D28C843}">
      <dgm:prSet/>
      <dgm:spPr/>
      <dgm:t>
        <a:bodyPr/>
        <a:lstStyle/>
        <a:p>
          <a:endParaRPr lang="en-US"/>
        </a:p>
      </dgm:t>
    </dgm:pt>
    <dgm:pt modelId="{B773A8A4-DA3D-45BD-B0F8-79082B9855ED}" type="sibTrans" cxnId="{40329E30-CC1E-4621-A0E1-B92D4D28C843}">
      <dgm:prSet/>
      <dgm:spPr/>
      <dgm:t>
        <a:bodyPr/>
        <a:lstStyle/>
        <a:p>
          <a:endParaRPr lang="en-US"/>
        </a:p>
      </dgm:t>
    </dgm:pt>
    <dgm:pt modelId="{3405F93E-22E6-45E5-96E3-D68FEEAE5C0B}" type="pres">
      <dgm:prSet presAssocID="{76487484-254A-48BC-B2C1-CBB5B352CFFB}" presName="linear" presStyleCnt="0">
        <dgm:presLayoutVars>
          <dgm:animLvl val="lvl"/>
          <dgm:resizeHandles val="exact"/>
        </dgm:presLayoutVars>
      </dgm:prSet>
      <dgm:spPr/>
    </dgm:pt>
    <dgm:pt modelId="{C68FBAA5-2466-4105-94DD-F186603009AB}" type="pres">
      <dgm:prSet presAssocID="{446C712B-B689-4D3E-9882-1E1039449B30}" presName="parentText" presStyleLbl="node1" presStyleIdx="0" presStyleCnt="3">
        <dgm:presLayoutVars>
          <dgm:chMax val="0"/>
          <dgm:bulletEnabled val="1"/>
        </dgm:presLayoutVars>
      </dgm:prSet>
      <dgm:spPr/>
    </dgm:pt>
    <dgm:pt modelId="{A9494997-3A57-4A05-849E-11080FF3061D}" type="pres">
      <dgm:prSet presAssocID="{77F976FF-AE4F-4C1E-8E4B-33DF58CB3952}" presName="spacer" presStyleCnt="0"/>
      <dgm:spPr/>
    </dgm:pt>
    <dgm:pt modelId="{23055162-7835-40DD-875E-1CDD9FD44A7C}" type="pres">
      <dgm:prSet presAssocID="{3C1288FD-6BA8-4681-A10E-ED1A7BBB4B1D}" presName="parentText" presStyleLbl="node1" presStyleIdx="1" presStyleCnt="3">
        <dgm:presLayoutVars>
          <dgm:chMax val="0"/>
          <dgm:bulletEnabled val="1"/>
        </dgm:presLayoutVars>
      </dgm:prSet>
      <dgm:spPr/>
    </dgm:pt>
    <dgm:pt modelId="{B5480E85-7FC8-49C7-9837-1D5275BA6A67}" type="pres">
      <dgm:prSet presAssocID="{9416CCBD-425A-464F-A185-05DDBF98802D}" presName="spacer" presStyleCnt="0"/>
      <dgm:spPr/>
    </dgm:pt>
    <dgm:pt modelId="{13504CDB-05D3-4516-B04E-5458877DD463}" type="pres">
      <dgm:prSet presAssocID="{71F49187-2167-4A16-8384-ACF32BAB2519}" presName="parentText" presStyleLbl="node1" presStyleIdx="2" presStyleCnt="3">
        <dgm:presLayoutVars>
          <dgm:chMax val="0"/>
          <dgm:bulletEnabled val="1"/>
        </dgm:presLayoutVars>
      </dgm:prSet>
      <dgm:spPr/>
    </dgm:pt>
    <dgm:pt modelId="{10DEB8C4-F88B-4DA4-AFE7-F79EABA75B68}" type="pres">
      <dgm:prSet presAssocID="{71F49187-2167-4A16-8384-ACF32BAB2519}" presName="childText" presStyleLbl="revTx" presStyleIdx="0" presStyleCnt="1">
        <dgm:presLayoutVars>
          <dgm:bulletEnabled val="1"/>
        </dgm:presLayoutVars>
      </dgm:prSet>
      <dgm:spPr/>
    </dgm:pt>
  </dgm:ptLst>
  <dgm:cxnLst>
    <dgm:cxn modelId="{40329E30-CC1E-4621-A0E1-B92D4D28C843}" srcId="{71F49187-2167-4A16-8384-ACF32BAB2519}" destId="{F68083AB-D5D9-44FE-9BB8-4683840E53EC}" srcOrd="1" destOrd="0" parTransId="{F0284860-AA02-4E5C-B9D3-4FD9153C87B8}" sibTransId="{B773A8A4-DA3D-45BD-B0F8-79082B9855ED}"/>
    <dgm:cxn modelId="{C945FB46-9ADB-45FD-8487-C6866461FE9A}" srcId="{76487484-254A-48BC-B2C1-CBB5B352CFFB}" destId="{3C1288FD-6BA8-4681-A10E-ED1A7BBB4B1D}" srcOrd="1" destOrd="0" parTransId="{762E319C-7A55-4617-9AF5-218F74275F58}" sibTransId="{9416CCBD-425A-464F-A185-05DDBF98802D}"/>
    <dgm:cxn modelId="{08C7A575-6673-4D59-9684-E0FB342AA111}" type="presOf" srcId="{F68083AB-D5D9-44FE-9BB8-4683840E53EC}" destId="{10DEB8C4-F88B-4DA4-AFE7-F79EABA75B68}" srcOrd="0" destOrd="1" presId="urn:microsoft.com/office/officeart/2005/8/layout/vList2"/>
    <dgm:cxn modelId="{6254417D-2CF4-46F9-81CE-00774CF5E3BB}" srcId="{76487484-254A-48BC-B2C1-CBB5B352CFFB}" destId="{446C712B-B689-4D3E-9882-1E1039449B30}" srcOrd="0" destOrd="0" parTransId="{5A854268-5B79-442D-A6E5-24C7B956E8C9}" sibTransId="{77F976FF-AE4F-4C1E-8E4B-33DF58CB3952}"/>
    <dgm:cxn modelId="{DD9B628C-0F54-4D18-AD47-5E0EE591812B}" type="presOf" srcId="{76487484-254A-48BC-B2C1-CBB5B352CFFB}" destId="{3405F93E-22E6-45E5-96E3-D68FEEAE5C0B}" srcOrd="0" destOrd="0" presId="urn:microsoft.com/office/officeart/2005/8/layout/vList2"/>
    <dgm:cxn modelId="{2FCAE78E-0970-44C9-99E8-236ECEF13E25}" srcId="{76487484-254A-48BC-B2C1-CBB5B352CFFB}" destId="{71F49187-2167-4A16-8384-ACF32BAB2519}" srcOrd="2" destOrd="0" parTransId="{C4AC7A60-F7E3-4E19-AE45-06E2DC36A994}" sibTransId="{1278E466-DC7B-4657-9D40-CEB21597400B}"/>
    <dgm:cxn modelId="{06E8B1A7-8038-464C-9657-E5FDE83D5421}" type="presOf" srcId="{3C1288FD-6BA8-4681-A10E-ED1A7BBB4B1D}" destId="{23055162-7835-40DD-875E-1CDD9FD44A7C}" srcOrd="0" destOrd="0" presId="urn:microsoft.com/office/officeart/2005/8/layout/vList2"/>
    <dgm:cxn modelId="{489258AB-0092-4975-9DDD-C577486984ED}" type="presOf" srcId="{446C712B-B689-4D3E-9882-1E1039449B30}" destId="{C68FBAA5-2466-4105-94DD-F186603009AB}" srcOrd="0" destOrd="0" presId="urn:microsoft.com/office/officeart/2005/8/layout/vList2"/>
    <dgm:cxn modelId="{F5ABB4BB-8ED3-4BD4-9087-0F087350AF77}" type="presOf" srcId="{71F49187-2167-4A16-8384-ACF32BAB2519}" destId="{13504CDB-05D3-4516-B04E-5458877DD463}" srcOrd="0" destOrd="0" presId="urn:microsoft.com/office/officeart/2005/8/layout/vList2"/>
    <dgm:cxn modelId="{FD8B42D0-7F4C-4116-B73D-641FC0E5A12D}" srcId="{71F49187-2167-4A16-8384-ACF32BAB2519}" destId="{41A63D29-C8E0-44D7-9DBB-990B6039C6FF}" srcOrd="0" destOrd="0" parTransId="{83289DD1-526A-46C1-BB84-8B59A714038B}" sibTransId="{D5604C9B-EF5F-464A-959B-F20A427F84B5}"/>
    <dgm:cxn modelId="{BC114ED5-EE0B-4291-9E2A-2646256A65F5}" type="presOf" srcId="{41A63D29-C8E0-44D7-9DBB-990B6039C6FF}" destId="{10DEB8C4-F88B-4DA4-AFE7-F79EABA75B68}" srcOrd="0" destOrd="0" presId="urn:microsoft.com/office/officeart/2005/8/layout/vList2"/>
    <dgm:cxn modelId="{155CD30E-F454-4457-BD43-717D3098793E}" type="presParOf" srcId="{3405F93E-22E6-45E5-96E3-D68FEEAE5C0B}" destId="{C68FBAA5-2466-4105-94DD-F186603009AB}" srcOrd="0" destOrd="0" presId="urn:microsoft.com/office/officeart/2005/8/layout/vList2"/>
    <dgm:cxn modelId="{85CFF44C-B61A-4E21-BDBF-85268E149747}" type="presParOf" srcId="{3405F93E-22E6-45E5-96E3-D68FEEAE5C0B}" destId="{A9494997-3A57-4A05-849E-11080FF3061D}" srcOrd="1" destOrd="0" presId="urn:microsoft.com/office/officeart/2005/8/layout/vList2"/>
    <dgm:cxn modelId="{9517C72D-3161-40CF-9122-61E69ED79D54}" type="presParOf" srcId="{3405F93E-22E6-45E5-96E3-D68FEEAE5C0B}" destId="{23055162-7835-40DD-875E-1CDD9FD44A7C}" srcOrd="2" destOrd="0" presId="urn:microsoft.com/office/officeart/2005/8/layout/vList2"/>
    <dgm:cxn modelId="{DF4AE1F1-5AA9-448E-B838-462CF4617E5A}" type="presParOf" srcId="{3405F93E-22E6-45E5-96E3-D68FEEAE5C0B}" destId="{B5480E85-7FC8-49C7-9837-1D5275BA6A67}" srcOrd="3" destOrd="0" presId="urn:microsoft.com/office/officeart/2005/8/layout/vList2"/>
    <dgm:cxn modelId="{77D07BA3-2A11-414A-8245-B14E1F230BD1}" type="presParOf" srcId="{3405F93E-22E6-45E5-96E3-D68FEEAE5C0B}" destId="{13504CDB-05D3-4516-B04E-5458877DD463}" srcOrd="4" destOrd="0" presId="urn:microsoft.com/office/officeart/2005/8/layout/vList2"/>
    <dgm:cxn modelId="{C4668055-7CE5-43AC-B9EF-65936242881A}" type="presParOf" srcId="{3405F93E-22E6-45E5-96E3-D68FEEAE5C0B}" destId="{10DEB8C4-F88B-4DA4-AFE7-F79EABA75B6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00FBA0-4273-4397-ADCB-BEFA3A3DA0B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5EC96E-9A28-4A7D-AED8-42812D698750}">
      <dgm:prSet/>
      <dgm:spPr/>
      <dgm:t>
        <a:bodyPr/>
        <a:lstStyle/>
        <a:p>
          <a:r>
            <a:rPr lang="en-US"/>
            <a:t>The ANSI-SPARC Three-Level Architecture is a framework proposed by the </a:t>
          </a:r>
          <a:r>
            <a:rPr lang="en-US" b="1"/>
            <a:t>American National Standards Institute (ANSI) </a:t>
          </a:r>
          <a:r>
            <a:rPr lang="en-US"/>
            <a:t>and the </a:t>
          </a:r>
          <a:r>
            <a:rPr lang="en-US" b="1"/>
            <a:t>Standards Planning and Requirements Committee (SPARC). </a:t>
          </a:r>
          <a:endParaRPr lang="en-US"/>
        </a:p>
      </dgm:t>
    </dgm:pt>
    <dgm:pt modelId="{F6656BF4-1EF6-4718-9E0A-BD780ED28355}" type="parTrans" cxnId="{F5BB65B4-2273-4C6E-A08C-5F56EADB18D1}">
      <dgm:prSet/>
      <dgm:spPr/>
      <dgm:t>
        <a:bodyPr/>
        <a:lstStyle/>
        <a:p>
          <a:endParaRPr lang="en-US"/>
        </a:p>
      </dgm:t>
    </dgm:pt>
    <dgm:pt modelId="{2CBDEB50-2FC8-4377-A079-6DA0A60E112D}" type="sibTrans" cxnId="{F5BB65B4-2273-4C6E-A08C-5F56EADB18D1}">
      <dgm:prSet/>
      <dgm:spPr/>
      <dgm:t>
        <a:bodyPr/>
        <a:lstStyle/>
        <a:p>
          <a:endParaRPr lang="en-US"/>
        </a:p>
      </dgm:t>
    </dgm:pt>
    <dgm:pt modelId="{12267A48-6A6D-464E-BFCF-648B763F4C10}">
      <dgm:prSet/>
      <dgm:spPr/>
      <dgm:t>
        <a:bodyPr/>
        <a:lstStyle/>
        <a:p>
          <a:r>
            <a:rPr lang="en-US"/>
            <a:t>It is a logical database architecture designed to separate the user's view of the database from its physical storage.</a:t>
          </a:r>
        </a:p>
      </dgm:t>
    </dgm:pt>
    <dgm:pt modelId="{19480DB0-1F3C-4BA9-9495-122D6147807E}" type="parTrans" cxnId="{49990681-14B6-412B-92C6-F9B09B5D2C51}">
      <dgm:prSet/>
      <dgm:spPr/>
      <dgm:t>
        <a:bodyPr/>
        <a:lstStyle/>
        <a:p>
          <a:endParaRPr lang="en-US"/>
        </a:p>
      </dgm:t>
    </dgm:pt>
    <dgm:pt modelId="{72607109-7D16-4CCD-8817-5ED521ECCDC7}" type="sibTrans" cxnId="{49990681-14B6-412B-92C6-F9B09B5D2C51}">
      <dgm:prSet/>
      <dgm:spPr/>
      <dgm:t>
        <a:bodyPr/>
        <a:lstStyle/>
        <a:p>
          <a:endParaRPr lang="en-US"/>
        </a:p>
      </dgm:t>
    </dgm:pt>
    <dgm:pt modelId="{5F5FD2D1-CF25-45E5-9A20-21DA47D915C4}" type="pres">
      <dgm:prSet presAssocID="{8700FBA0-4273-4397-ADCB-BEFA3A3DA0B9}" presName="root" presStyleCnt="0">
        <dgm:presLayoutVars>
          <dgm:dir/>
          <dgm:resizeHandles val="exact"/>
        </dgm:presLayoutVars>
      </dgm:prSet>
      <dgm:spPr/>
    </dgm:pt>
    <dgm:pt modelId="{8DA2E2E3-E7D5-4D7A-8454-B82D2003786A}" type="pres">
      <dgm:prSet presAssocID="{A95EC96E-9A28-4A7D-AED8-42812D698750}" presName="compNode" presStyleCnt="0"/>
      <dgm:spPr/>
    </dgm:pt>
    <dgm:pt modelId="{FADDFE99-0EE4-4907-9AF6-E39613C0BE5F}" type="pres">
      <dgm:prSet presAssocID="{A95EC96E-9A28-4A7D-AED8-42812D698750}" presName="bgRect" presStyleLbl="bgShp" presStyleIdx="0" presStyleCnt="2"/>
      <dgm:spPr/>
    </dgm:pt>
    <dgm:pt modelId="{9218B25A-4F12-4A30-BD9B-A6AC192B0EC7}" type="pres">
      <dgm:prSet presAssocID="{A95EC96E-9A28-4A7D-AED8-42812D69875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9519A32B-9447-4979-B87B-FBA188977251}" type="pres">
      <dgm:prSet presAssocID="{A95EC96E-9A28-4A7D-AED8-42812D698750}" presName="spaceRect" presStyleCnt="0"/>
      <dgm:spPr/>
    </dgm:pt>
    <dgm:pt modelId="{242C5B4E-F9DC-4F52-BC3D-A1E13AC43DFF}" type="pres">
      <dgm:prSet presAssocID="{A95EC96E-9A28-4A7D-AED8-42812D698750}" presName="parTx" presStyleLbl="revTx" presStyleIdx="0" presStyleCnt="2">
        <dgm:presLayoutVars>
          <dgm:chMax val="0"/>
          <dgm:chPref val="0"/>
        </dgm:presLayoutVars>
      </dgm:prSet>
      <dgm:spPr/>
    </dgm:pt>
    <dgm:pt modelId="{F5E0A551-144A-4D08-A86A-CC045C7ADC91}" type="pres">
      <dgm:prSet presAssocID="{2CBDEB50-2FC8-4377-A079-6DA0A60E112D}" presName="sibTrans" presStyleCnt="0"/>
      <dgm:spPr/>
    </dgm:pt>
    <dgm:pt modelId="{FC27D703-A00A-4E68-877C-41DBA4BADDFD}" type="pres">
      <dgm:prSet presAssocID="{12267A48-6A6D-464E-BFCF-648B763F4C10}" presName="compNode" presStyleCnt="0"/>
      <dgm:spPr/>
    </dgm:pt>
    <dgm:pt modelId="{B5468F80-58C5-4684-8FC1-797493B5F746}" type="pres">
      <dgm:prSet presAssocID="{12267A48-6A6D-464E-BFCF-648B763F4C10}" presName="bgRect" presStyleLbl="bgShp" presStyleIdx="1" presStyleCnt="2"/>
      <dgm:spPr/>
    </dgm:pt>
    <dgm:pt modelId="{DBC2C0A0-1EF7-434B-9BB4-F13738B5D9F3}" type="pres">
      <dgm:prSet presAssocID="{12267A48-6A6D-464E-BFCF-648B763F4C1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E75C00F1-4DA6-4CBC-B242-F39B17BBBD9A}" type="pres">
      <dgm:prSet presAssocID="{12267A48-6A6D-464E-BFCF-648B763F4C10}" presName="spaceRect" presStyleCnt="0"/>
      <dgm:spPr/>
    </dgm:pt>
    <dgm:pt modelId="{020FC5C5-6DA4-428A-80AE-86A757FF3680}" type="pres">
      <dgm:prSet presAssocID="{12267A48-6A6D-464E-BFCF-648B763F4C10}" presName="parTx" presStyleLbl="revTx" presStyleIdx="1" presStyleCnt="2">
        <dgm:presLayoutVars>
          <dgm:chMax val="0"/>
          <dgm:chPref val="0"/>
        </dgm:presLayoutVars>
      </dgm:prSet>
      <dgm:spPr/>
    </dgm:pt>
  </dgm:ptLst>
  <dgm:cxnLst>
    <dgm:cxn modelId="{B78BC838-455E-4BC8-8120-46BF1F5B97D5}" type="presOf" srcId="{12267A48-6A6D-464E-BFCF-648B763F4C10}" destId="{020FC5C5-6DA4-428A-80AE-86A757FF3680}" srcOrd="0" destOrd="0" presId="urn:microsoft.com/office/officeart/2018/2/layout/IconVerticalSolidList"/>
    <dgm:cxn modelId="{49990681-14B6-412B-92C6-F9B09B5D2C51}" srcId="{8700FBA0-4273-4397-ADCB-BEFA3A3DA0B9}" destId="{12267A48-6A6D-464E-BFCF-648B763F4C10}" srcOrd="1" destOrd="0" parTransId="{19480DB0-1F3C-4BA9-9495-122D6147807E}" sibTransId="{72607109-7D16-4CCD-8817-5ED521ECCDC7}"/>
    <dgm:cxn modelId="{F5BB65B4-2273-4C6E-A08C-5F56EADB18D1}" srcId="{8700FBA0-4273-4397-ADCB-BEFA3A3DA0B9}" destId="{A95EC96E-9A28-4A7D-AED8-42812D698750}" srcOrd="0" destOrd="0" parTransId="{F6656BF4-1EF6-4718-9E0A-BD780ED28355}" sibTransId="{2CBDEB50-2FC8-4377-A079-6DA0A60E112D}"/>
    <dgm:cxn modelId="{4891AECE-564B-4026-AAE1-DCAD39D67C56}" type="presOf" srcId="{A95EC96E-9A28-4A7D-AED8-42812D698750}" destId="{242C5B4E-F9DC-4F52-BC3D-A1E13AC43DFF}" srcOrd="0" destOrd="0" presId="urn:microsoft.com/office/officeart/2018/2/layout/IconVerticalSolidList"/>
    <dgm:cxn modelId="{3AEC4AF1-225E-4187-B39F-2802A1F23330}" type="presOf" srcId="{8700FBA0-4273-4397-ADCB-BEFA3A3DA0B9}" destId="{5F5FD2D1-CF25-45E5-9A20-21DA47D915C4}" srcOrd="0" destOrd="0" presId="urn:microsoft.com/office/officeart/2018/2/layout/IconVerticalSolidList"/>
    <dgm:cxn modelId="{71A9BA64-37A7-4994-BEED-D3B4F569397A}" type="presParOf" srcId="{5F5FD2D1-CF25-45E5-9A20-21DA47D915C4}" destId="{8DA2E2E3-E7D5-4D7A-8454-B82D2003786A}" srcOrd="0" destOrd="0" presId="urn:microsoft.com/office/officeart/2018/2/layout/IconVerticalSolidList"/>
    <dgm:cxn modelId="{CFD36745-F60F-406F-854D-FA69E2054EC1}" type="presParOf" srcId="{8DA2E2E3-E7D5-4D7A-8454-B82D2003786A}" destId="{FADDFE99-0EE4-4907-9AF6-E39613C0BE5F}" srcOrd="0" destOrd="0" presId="urn:microsoft.com/office/officeart/2018/2/layout/IconVerticalSolidList"/>
    <dgm:cxn modelId="{C376D392-A985-40A6-8B23-66E44EDB6A3B}" type="presParOf" srcId="{8DA2E2E3-E7D5-4D7A-8454-B82D2003786A}" destId="{9218B25A-4F12-4A30-BD9B-A6AC192B0EC7}" srcOrd="1" destOrd="0" presId="urn:microsoft.com/office/officeart/2018/2/layout/IconVerticalSolidList"/>
    <dgm:cxn modelId="{BF2E940E-8F3C-4DAC-8FE8-9D3E3189B31F}" type="presParOf" srcId="{8DA2E2E3-E7D5-4D7A-8454-B82D2003786A}" destId="{9519A32B-9447-4979-B87B-FBA188977251}" srcOrd="2" destOrd="0" presId="urn:microsoft.com/office/officeart/2018/2/layout/IconVerticalSolidList"/>
    <dgm:cxn modelId="{9A40BA5E-B66A-41BC-882B-41D8592FFE85}" type="presParOf" srcId="{8DA2E2E3-E7D5-4D7A-8454-B82D2003786A}" destId="{242C5B4E-F9DC-4F52-BC3D-A1E13AC43DFF}" srcOrd="3" destOrd="0" presId="urn:microsoft.com/office/officeart/2018/2/layout/IconVerticalSolidList"/>
    <dgm:cxn modelId="{92140757-707C-4CA1-BF48-88AFD511B8D2}" type="presParOf" srcId="{5F5FD2D1-CF25-45E5-9A20-21DA47D915C4}" destId="{F5E0A551-144A-4D08-A86A-CC045C7ADC91}" srcOrd="1" destOrd="0" presId="urn:microsoft.com/office/officeart/2018/2/layout/IconVerticalSolidList"/>
    <dgm:cxn modelId="{7845934D-A739-4624-B96A-EE9C922CA997}" type="presParOf" srcId="{5F5FD2D1-CF25-45E5-9A20-21DA47D915C4}" destId="{FC27D703-A00A-4E68-877C-41DBA4BADDFD}" srcOrd="2" destOrd="0" presId="urn:microsoft.com/office/officeart/2018/2/layout/IconVerticalSolidList"/>
    <dgm:cxn modelId="{A7F569D4-897E-428F-8058-1E29443A7553}" type="presParOf" srcId="{FC27D703-A00A-4E68-877C-41DBA4BADDFD}" destId="{B5468F80-58C5-4684-8FC1-797493B5F746}" srcOrd="0" destOrd="0" presId="urn:microsoft.com/office/officeart/2018/2/layout/IconVerticalSolidList"/>
    <dgm:cxn modelId="{E23E1314-259B-49D0-ADEB-F8605B2CDACA}" type="presParOf" srcId="{FC27D703-A00A-4E68-877C-41DBA4BADDFD}" destId="{DBC2C0A0-1EF7-434B-9BB4-F13738B5D9F3}" srcOrd="1" destOrd="0" presId="urn:microsoft.com/office/officeart/2018/2/layout/IconVerticalSolidList"/>
    <dgm:cxn modelId="{FC631EB5-A230-4C27-A0EE-E80DDD1AEDD6}" type="presParOf" srcId="{FC27D703-A00A-4E68-877C-41DBA4BADDFD}" destId="{E75C00F1-4DA6-4CBC-B242-F39B17BBBD9A}" srcOrd="2" destOrd="0" presId="urn:microsoft.com/office/officeart/2018/2/layout/IconVerticalSolidList"/>
    <dgm:cxn modelId="{DE88E080-B7BD-4EFE-86D0-941276503623}" type="presParOf" srcId="{FC27D703-A00A-4E68-877C-41DBA4BADDFD}" destId="{020FC5C5-6DA4-428A-80AE-86A757FF368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4F4318-D153-4B72-A74E-76407F0F29EC}"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CF9BC5-3703-488F-B72F-225AFD60BD83}">
      <dgm:prSet/>
      <dgm:spPr/>
      <dgm:t>
        <a:bodyPr/>
        <a:lstStyle/>
        <a:p>
          <a:pPr>
            <a:defRPr b="1"/>
          </a:pPr>
          <a:r>
            <a:rPr lang="en-US" b="1"/>
            <a:t>External Level:</a:t>
          </a:r>
          <a:endParaRPr lang="en-US"/>
        </a:p>
      </dgm:t>
    </dgm:pt>
    <dgm:pt modelId="{0835F52C-7BD5-4C13-8F04-09765B4BBEE5}" type="parTrans" cxnId="{EF7E9F68-5984-4442-9B2C-2CE7DBD059C1}">
      <dgm:prSet/>
      <dgm:spPr/>
      <dgm:t>
        <a:bodyPr/>
        <a:lstStyle/>
        <a:p>
          <a:endParaRPr lang="en-US"/>
        </a:p>
      </dgm:t>
    </dgm:pt>
    <dgm:pt modelId="{EEBA76E3-4452-4731-8BDB-629AEA15F8EF}" type="sibTrans" cxnId="{EF7E9F68-5984-4442-9B2C-2CE7DBD059C1}">
      <dgm:prSet/>
      <dgm:spPr/>
      <dgm:t>
        <a:bodyPr/>
        <a:lstStyle/>
        <a:p>
          <a:endParaRPr lang="en-US"/>
        </a:p>
      </dgm:t>
    </dgm:pt>
    <dgm:pt modelId="{979DA1CA-76EB-4366-BE82-166A93FBF8E4}">
      <dgm:prSet/>
      <dgm:spPr/>
      <dgm:t>
        <a:bodyPr/>
        <a:lstStyle/>
        <a:p>
          <a:r>
            <a:rPr lang="en-US"/>
            <a:t>Think of a restaurant menu. Different customers see the menu with dishes relevant to their preferences (vegetarian, non-vegetarian), without needing to know the recipes or kitchen operations.</a:t>
          </a:r>
        </a:p>
      </dgm:t>
    </dgm:pt>
    <dgm:pt modelId="{5CF290C7-A7F1-4C6C-BFBB-950587F9FF73}" type="parTrans" cxnId="{4E877C00-D361-42AD-81D6-DC368663A8E0}">
      <dgm:prSet/>
      <dgm:spPr/>
      <dgm:t>
        <a:bodyPr/>
        <a:lstStyle/>
        <a:p>
          <a:endParaRPr lang="en-US"/>
        </a:p>
      </dgm:t>
    </dgm:pt>
    <dgm:pt modelId="{66591A39-31CB-4FC0-B583-31A4BC788102}" type="sibTrans" cxnId="{4E877C00-D361-42AD-81D6-DC368663A8E0}">
      <dgm:prSet/>
      <dgm:spPr/>
      <dgm:t>
        <a:bodyPr/>
        <a:lstStyle/>
        <a:p>
          <a:endParaRPr lang="en-US"/>
        </a:p>
      </dgm:t>
    </dgm:pt>
    <dgm:pt modelId="{4418AF70-AB89-400F-91D9-2D3A0728B363}">
      <dgm:prSet/>
      <dgm:spPr/>
      <dgm:t>
        <a:bodyPr/>
        <a:lstStyle/>
        <a:p>
          <a:pPr>
            <a:defRPr b="1"/>
          </a:pPr>
          <a:r>
            <a:rPr lang="en-US" b="1"/>
            <a:t>Conceptual Level:</a:t>
          </a:r>
          <a:endParaRPr lang="en-US"/>
        </a:p>
      </dgm:t>
    </dgm:pt>
    <dgm:pt modelId="{CC07B734-B43C-4703-B34B-F8FC9506A60A}" type="parTrans" cxnId="{B5BDE1E7-7C1B-484B-983C-92D5C9D72574}">
      <dgm:prSet/>
      <dgm:spPr/>
      <dgm:t>
        <a:bodyPr/>
        <a:lstStyle/>
        <a:p>
          <a:endParaRPr lang="en-US"/>
        </a:p>
      </dgm:t>
    </dgm:pt>
    <dgm:pt modelId="{F58E5C7D-B563-43C7-9058-B24788ED6B58}" type="sibTrans" cxnId="{B5BDE1E7-7C1B-484B-983C-92D5C9D72574}">
      <dgm:prSet/>
      <dgm:spPr/>
      <dgm:t>
        <a:bodyPr/>
        <a:lstStyle/>
        <a:p>
          <a:endParaRPr lang="en-US"/>
        </a:p>
      </dgm:t>
    </dgm:pt>
    <dgm:pt modelId="{4DDFAC9C-868A-437C-8FA1-969D2345558D}">
      <dgm:prSet/>
      <dgm:spPr/>
      <dgm:t>
        <a:bodyPr/>
        <a:lstStyle/>
        <a:p>
          <a:r>
            <a:rPr lang="en-US"/>
            <a:t>The chef’s recipe book represents the conceptual schema. It lists all dishes and their preparation steps, which is consistent for all customers.</a:t>
          </a:r>
        </a:p>
      </dgm:t>
    </dgm:pt>
    <dgm:pt modelId="{5355FDCE-64E8-44DF-988C-3FECF80FBD9B}" type="parTrans" cxnId="{C404171A-0464-47F4-B480-DB15D3D7A77D}">
      <dgm:prSet/>
      <dgm:spPr/>
      <dgm:t>
        <a:bodyPr/>
        <a:lstStyle/>
        <a:p>
          <a:endParaRPr lang="en-US"/>
        </a:p>
      </dgm:t>
    </dgm:pt>
    <dgm:pt modelId="{01BBDF00-1D11-4ECF-AE15-C16498E6104C}" type="sibTrans" cxnId="{C404171A-0464-47F4-B480-DB15D3D7A77D}">
      <dgm:prSet/>
      <dgm:spPr/>
      <dgm:t>
        <a:bodyPr/>
        <a:lstStyle/>
        <a:p>
          <a:endParaRPr lang="en-US"/>
        </a:p>
      </dgm:t>
    </dgm:pt>
    <dgm:pt modelId="{AF6867D6-100D-478F-82FB-3AE2A4A3454F}">
      <dgm:prSet/>
      <dgm:spPr/>
      <dgm:t>
        <a:bodyPr/>
        <a:lstStyle/>
        <a:p>
          <a:pPr>
            <a:defRPr b="1"/>
          </a:pPr>
          <a:r>
            <a:rPr lang="en-US" b="1"/>
            <a:t>Internal Level:</a:t>
          </a:r>
          <a:endParaRPr lang="en-US"/>
        </a:p>
      </dgm:t>
    </dgm:pt>
    <dgm:pt modelId="{ED197E94-F5C4-446E-8B16-12369D0550A9}" type="parTrans" cxnId="{3A935D33-13A1-4735-9E5F-3F005473A0B6}">
      <dgm:prSet/>
      <dgm:spPr/>
      <dgm:t>
        <a:bodyPr/>
        <a:lstStyle/>
        <a:p>
          <a:endParaRPr lang="en-US"/>
        </a:p>
      </dgm:t>
    </dgm:pt>
    <dgm:pt modelId="{97A3FBFE-412B-4E57-95E9-EC73A44BF667}" type="sibTrans" cxnId="{3A935D33-13A1-4735-9E5F-3F005473A0B6}">
      <dgm:prSet/>
      <dgm:spPr/>
      <dgm:t>
        <a:bodyPr/>
        <a:lstStyle/>
        <a:p>
          <a:endParaRPr lang="en-US"/>
        </a:p>
      </dgm:t>
    </dgm:pt>
    <dgm:pt modelId="{F9DF616A-BD6B-4BD7-B875-1FCA0DEFA54B}">
      <dgm:prSet/>
      <dgm:spPr/>
      <dgm:t>
        <a:bodyPr/>
        <a:lstStyle/>
        <a:p>
          <a:r>
            <a:rPr lang="en-US"/>
            <a:t>The kitchen setup represents the internal level. It includes storage, ovens, and appliances required for cooking but hidden from the customers</a:t>
          </a:r>
        </a:p>
      </dgm:t>
    </dgm:pt>
    <dgm:pt modelId="{3E9749B8-45E3-47EE-9F60-B0CE26AD2BE7}" type="parTrans" cxnId="{D7C50C58-A074-4B05-95B1-B2F1AFCCBDE9}">
      <dgm:prSet/>
      <dgm:spPr/>
      <dgm:t>
        <a:bodyPr/>
        <a:lstStyle/>
        <a:p>
          <a:endParaRPr lang="en-US"/>
        </a:p>
      </dgm:t>
    </dgm:pt>
    <dgm:pt modelId="{6F91A124-FAF6-4C68-B7B7-1DC7D4AE3222}" type="sibTrans" cxnId="{D7C50C58-A074-4B05-95B1-B2F1AFCCBDE9}">
      <dgm:prSet/>
      <dgm:spPr/>
      <dgm:t>
        <a:bodyPr/>
        <a:lstStyle/>
        <a:p>
          <a:endParaRPr lang="en-US"/>
        </a:p>
      </dgm:t>
    </dgm:pt>
    <dgm:pt modelId="{DCAF0F5C-3E0A-4D81-9316-36B48EB4070D}" type="pres">
      <dgm:prSet presAssocID="{C24F4318-D153-4B72-A74E-76407F0F29EC}" presName="root" presStyleCnt="0">
        <dgm:presLayoutVars>
          <dgm:dir/>
          <dgm:resizeHandles val="exact"/>
        </dgm:presLayoutVars>
      </dgm:prSet>
      <dgm:spPr/>
    </dgm:pt>
    <dgm:pt modelId="{44C5363F-703E-482C-A908-045D70A46AD6}" type="pres">
      <dgm:prSet presAssocID="{8ECF9BC5-3703-488F-B72F-225AFD60BD83}" presName="compNode" presStyleCnt="0"/>
      <dgm:spPr/>
    </dgm:pt>
    <dgm:pt modelId="{11D8F171-6FA5-4DBC-BCEB-0FB766C8384C}" type="pres">
      <dgm:prSet presAssocID="{8ECF9BC5-3703-488F-B72F-225AFD60BD83}" presName="iconRect" presStyleLbl="node1" presStyleIdx="0" presStyleCnt="3" custLinFactNeighborX="6271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Eating"/>
        </a:ext>
      </dgm:extLst>
    </dgm:pt>
    <dgm:pt modelId="{6D2271EB-1549-4592-AB87-FFDE88CE40CE}" type="pres">
      <dgm:prSet presAssocID="{8ECF9BC5-3703-488F-B72F-225AFD60BD83}" presName="iconSpace" presStyleCnt="0"/>
      <dgm:spPr/>
    </dgm:pt>
    <dgm:pt modelId="{9A69B558-F3F6-4A57-8100-4D2D190CD55D}" type="pres">
      <dgm:prSet presAssocID="{8ECF9BC5-3703-488F-B72F-225AFD60BD83}" presName="parTx" presStyleLbl="revTx" presStyleIdx="0" presStyleCnt="6">
        <dgm:presLayoutVars>
          <dgm:chMax val="0"/>
          <dgm:chPref val="0"/>
        </dgm:presLayoutVars>
      </dgm:prSet>
      <dgm:spPr/>
    </dgm:pt>
    <dgm:pt modelId="{835A2592-A954-401D-8D2C-CDD34039E54F}" type="pres">
      <dgm:prSet presAssocID="{8ECF9BC5-3703-488F-B72F-225AFD60BD83}" presName="txSpace" presStyleCnt="0"/>
      <dgm:spPr/>
    </dgm:pt>
    <dgm:pt modelId="{315596D7-2BCF-434E-A890-7FAB651CD6E3}" type="pres">
      <dgm:prSet presAssocID="{8ECF9BC5-3703-488F-B72F-225AFD60BD83}" presName="desTx" presStyleLbl="revTx" presStyleIdx="1" presStyleCnt="6">
        <dgm:presLayoutVars/>
      </dgm:prSet>
      <dgm:spPr/>
    </dgm:pt>
    <dgm:pt modelId="{BE4F27ED-7BF8-4B72-A0B2-01B83ACB536C}" type="pres">
      <dgm:prSet presAssocID="{EEBA76E3-4452-4731-8BDB-629AEA15F8EF}" presName="sibTrans" presStyleCnt="0"/>
      <dgm:spPr/>
    </dgm:pt>
    <dgm:pt modelId="{883E8CB4-4898-4285-AE3E-7E622A2D24EA}" type="pres">
      <dgm:prSet presAssocID="{4418AF70-AB89-400F-91D9-2D3A0728B363}" presName="compNode" presStyleCnt="0"/>
      <dgm:spPr/>
    </dgm:pt>
    <dgm:pt modelId="{24E445D8-2ECD-4F6C-9530-43B5628248FF}" type="pres">
      <dgm:prSet presAssocID="{4418AF70-AB89-400F-91D9-2D3A0728B363}" presName="iconRect" presStyleLbl="node1" presStyleIdx="1" presStyleCnt="3" custLinFactNeighborX="6271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f"/>
        </a:ext>
      </dgm:extLst>
    </dgm:pt>
    <dgm:pt modelId="{D6771728-057A-4F87-9669-36D401B40329}" type="pres">
      <dgm:prSet presAssocID="{4418AF70-AB89-400F-91D9-2D3A0728B363}" presName="iconSpace" presStyleCnt="0"/>
      <dgm:spPr/>
    </dgm:pt>
    <dgm:pt modelId="{BCF596C9-0F9B-4478-AE75-934F444537CF}" type="pres">
      <dgm:prSet presAssocID="{4418AF70-AB89-400F-91D9-2D3A0728B363}" presName="parTx" presStyleLbl="revTx" presStyleIdx="2" presStyleCnt="6">
        <dgm:presLayoutVars>
          <dgm:chMax val="0"/>
          <dgm:chPref val="0"/>
        </dgm:presLayoutVars>
      </dgm:prSet>
      <dgm:spPr/>
    </dgm:pt>
    <dgm:pt modelId="{381806F5-546F-4B6D-ABC2-60EA0E2472A7}" type="pres">
      <dgm:prSet presAssocID="{4418AF70-AB89-400F-91D9-2D3A0728B363}" presName="txSpace" presStyleCnt="0"/>
      <dgm:spPr/>
    </dgm:pt>
    <dgm:pt modelId="{FEA0C978-CBDB-44BD-A82D-EB58DC166899}" type="pres">
      <dgm:prSet presAssocID="{4418AF70-AB89-400F-91D9-2D3A0728B363}" presName="desTx" presStyleLbl="revTx" presStyleIdx="3" presStyleCnt="6">
        <dgm:presLayoutVars/>
      </dgm:prSet>
      <dgm:spPr/>
    </dgm:pt>
    <dgm:pt modelId="{F377283B-041D-43EE-9B08-CC8BC60CC7C3}" type="pres">
      <dgm:prSet presAssocID="{F58E5C7D-B563-43C7-9058-B24788ED6B58}" presName="sibTrans" presStyleCnt="0"/>
      <dgm:spPr/>
    </dgm:pt>
    <dgm:pt modelId="{A68D21DA-A8FD-4091-BF7C-BE9DAAB3698E}" type="pres">
      <dgm:prSet presAssocID="{AF6867D6-100D-478F-82FB-3AE2A4A3454F}" presName="compNode" presStyleCnt="0"/>
      <dgm:spPr/>
    </dgm:pt>
    <dgm:pt modelId="{9CA3FDE9-7407-4B47-8AAF-4666DBE9B38E}" type="pres">
      <dgm:prSet presAssocID="{AF6867D6-100D-478F-82FB-3AE2A4A3454F}" presName="iconRect" presStyleLbl="node1" presStyleIdx="2" presStyleCnt="3" custLinFactNeighborX="5301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iter"/>
        </a:ext>
      </dgm:extLst>
    </dgm:pt>
    <dgm:pt modelId="{7BB22846-8698-40C3-B03D-14DEF8786F99}" type="pres">
      <dgm:prSet presAssocID="{AF6867D6-100D-478F-82FB-3AE2A4A3454F}" presName="iconSpace" presStyleCnt="0"/>
      <dgm:spPr/>
    </dgm:pt>
    <dgm:pt modelId="{985836D8-0DCA-452B-B1DD-B0AA6359A3AC}" type="pres">
      <dgm:prSet presAssocID="{AF6867D6-100D-478F-82FB-3AE2A4A3454F}" presName="parTx" presStyleLbl="revTx" presStyleIdx="4" presStyleCnt="6">
        <dgm:presLayoutVars>
          <dgm:chMax val="0"/>
          <dgm:chPref val="0"/>
        </dgm:presLayoutVars>
      </dgm:prSet>
      <dgm:spPr/>
    </dgm:pt>
    <dgm:pt modelId="{BACA8622-231E-44FA-A505-AF038D36ACAD}" type="pres">
      <dgm:prSet presAssocID="{AF6867D6-100D-478F-82FB-3AE2A4A3454F}" presName="txSpace" presStyleCnt="0"/>
      <dgm:spPr/>
    </dgm:pt>
    <dgm:pt modelId="{B7D14BA7-7EAC-483E-8AE9-7643D66488B0}" type="pres">
      <dgm:prSet presAssocID="{AF6867D6-100D-478F-82FB-3AE2A4A3454F}" presName="desTx" presStyleLbl="revTx" presStyleIdx="5" presStyleCnt="6">
        <dgm:presLayoutVars/>
      </dgm:prSet>
      <dgm:spPr/>
    </dgm:pt>
  </dgm:ptLst>
  <dgm:cxnLst>
    <dgm:cxn modelId="{4E877C00-D361-42AD-81D6-DC368663A8E0}" srcId="{8ECF9BC5-3703-488F-B72F-225AFD60BD83}" destId="{979DA1CA-76EB-4366-BE82-166A93FBF8E4}" srcOrd="0" destOrd="0" parTransId="{5CF290C7-A7F1-4C6C-BFBB-950587F9FF73}" sibTransId="{66591A39-31CB-4FC0-B583-31A4BC788102}"/>
    <dgm:cxn modelId="{C404171A-0464-47F4-B480-DB15D3D7A77D}" srcId="{4418AF70-AB89-400F-91D9-2D3A0728B363}" destId="{4DDFAC9C-868A-437C-8FA1-969D2345558D}" srcOrd="0" destOrd="0" parTransId="{5355FDCE-64E8-44DF-988C-3FECF80FBD9B}" sibTransId="{01BBDF00-1D11-4ECF-AE15-C16498E6104C}"/>
    <dgm:cxn modelId="{3A935D33-13A1-4735-9E5F-3F005473A0B6}" srcId="{C24F4318-D153-4B72-A74E-76407F0F29EC}" destId="{AF6867D6-100D-478F-82FB-3AE2A4A3454F}" srcOrd="2" destOrd="0" parTransId="{ED197E94-F5C4-446E-8B16-12369D0550A9}" sibTransId="{97A3FBFE-412B-4E57-95E9-EC73A44BF667}"/>
    <dgm:cxn modelId="{A029A537-A78E-4887-BA87-58C4F999DD5C}" type="presOf" srcId="{8ECF9BC5-3703-488F-B72F-225AFD60BD83}" destId="{9A69B558-F3F6-4A57-8100-4D2D190CD55D}" srcOrd="0" destOrd="0" presId="urn:microsoft.com/office/officeart/2018/2/layout/IconLabelDescriptionList"/>
    <dgm:cxn modelId="{33306B3B-C15D-4D9B-ACC7-F8CDA10A70C6}" type="presOf" srcId="{AF6867D6-100D-478F-82FB-3AE2A4A3454F}" destId="{985836D8-0DCA-452B-B1DD-B0AA6359A3AC}" srcOrd="0" destOrd="0" presId="urn:microsoft.com/office/officeart/2018/2/layout/IconLabelDescriptionList"/>
    <dgm:cxn modelId="{EF7E9F68-5984-4442-9B2C-2CE7DBD059C1}" srcId="{C24F4318-D153-4B72-A74E-76407F0F29EC}" destId="{8ECF9BC5-3703-488F-B72F-225AFD60BD83}" srcOrd="0" destOrd="0" parTransId="{0835F52C-7BD5-4C13-8F04-09765B4BBEE5}" sibTransId="{EEBA76E3-4452-4731-8BDB-629AEA15F8EF}"/>
    <dgm:cxn modelId="{1634BF73-4184-4CAC-8336-21B08A224B34}" type="presOf" srcId="{979DA1CA-76EB-4366-BE82-166A93FBF8E4}" destId="{315596D7-2BCF-434E-A890-7FAB651CD6E3}" srcOrd="0" destOrd="0" presId="urn:microsoft.com/office/officeart/2018/2/layout/IconLabelDescriptionList"/>
    <dgm:cxn modelId="{41C69676-939E-4153-B818-965A134C8D8C}" type="presOf" srcId="{F9DF616A-BD6B-4BD7-B875-1FCA0DEFA54B}" destId="{B7D14BA7-7EAC-483E-8AE9-7643D66488B0}" srcOrd="0" destOrd="0" presId="urn:microsoft.com/office/officeart/2018/2/layout/IconLabelDescriptionList"/>
    <dgm:cxn modelId="{D7C50C58-A074-4B05-95B1-B2F1AFCCBDE9}" srcId="{AF6867D6-100D-478F-82FB-3AE2A4A3454F}" destId="{F9DF616A-BD6B-4BD7-B875-1FCA0DEFA54B}" srcOrd="0" destOrd="0" parTransId="{3E9749B8-45E3-47EE-9F60-B0CE26AD2BE7}" sibTransId="{6F91A124-FAF6-4C68-B7B7-1DC7D4AE3222}"/>
    <dgm:cxn modelId="{C7191390-C9F7-4E80-9DEF-E170FA8059F9}" type="presOf" srcId="{4418AF70-AB89-400F-91D9-2D3A0728B363}" destId="{BCF596C9-0F9B-4478-AE75-934F444537CF}" srcOrd="0" destOrd="0" presId="urn:microsoft.com/office/officeart/2018/2/layout/IconLabelDescriptionList"/>
    <dgm:cxn modelId="{7EF03CA6-102C-484E-895A-4546AAF1BC64}" type="presOf" srcId="{C24F4318-D153-4B72-A74E-76407F0F29EC}" destId="{DCAF0F5C-3E0A-4D81-9316-36B48EB4070D}" srcOrd="0" destOrd="0" presId="urn:microsoft.com/office/officeart/2018/2/layout/IconLabelDescriptionList"/>
    <dgm:cxn modelId="{878DC3C2-AC49-4C42-8A83-D870DD9C7698}" type="presOf" srcId="{4DDFAC9C-868A-437C-8FA1-969D2345558D}" destId="{FEA0C978-CBDB-44BD-A82D-EB58DC166899}" srcOrd="0" destOrd="0" presId="urn:microsoft.com/office/officeart/2018/2/layout/IconLabelDescriptionList"/>
    <dgm:cxn modelId="{B5BDE1E7-7C1B-484B-983C-92D5C9D72574}" srcId="{C24F4318-D153-4B72-A74E-76407F0F29EC}" destId="{4418AF70-AB89-400F-91D9-2D3A0728B363}" srcOrd="1" destOrd="0" parTransId="{CC07B734-B43C-4703-B34B-F8FC9506A60A}" sibTransId="{F58E5C7D-B563-43C7-9058-B24788ED6B58}"/>
    <dgm:cxn modelId="{0AD70C47-F422-4DEA-A12F-36CC76251EA1}" type="presParOf" srcId="{DCAF0F5C-3E0A-4D81-9316-36B48EB4070D}" destId="{44C5363F-703E-482C-A908-045D70A46AD6}" srcOrd="0" destOrd="0" presId="urn:microsoft.com/office/officeart/2018/2/layout/IconLabelDescriptionList"/>
    <dgm:cxn modelId="{10310A6D-4C5E-4702-B957-EA75F1B83522}" type="presParOf" srcId="{44C5363F-703E-482C-A908-045D70A46AD6}" destId="{11D8F171-6FA5-4DBC-BCEB-0FB766C8384C}" srcOrd="0" destOrd="0" presId="urn:microsoft.com/office/officeart/2018/2/layout/IconLabelDescriptionList"/>
    <dgm:cxn modelId="{A058AA81-033E-4A26-A865-F4F5418D404F}" type="presParOf" srcId="{44C5363F-703E-482C-A908-045D70A46AD6}" destId="{6D2271EB-1549-4592-AB87-FFDE88CE40CE}" srcOrd="1" destOrd="0" presId="urn:microsoft.com/office/officeart/2018/2/layout/IconLabelDescriptionList"/>
    <dgm:cxn modelId="{067E6F53-3168-4334-909E-490279BCCA2F}" type="presParOf" srcId="{44C5363F-703E-482C-A908-045D70A46AD6}" destId="{9A69B558-F3F6-4A57-8100-4D2D190CD55D}" srcOrd="2" destOrd="0" presId="urn:microsoft.com/office/officeart/2018/2/layout/IconLabelDescriptionList"/>
    <dgm:cxn modelId="{98147FCD-88DD-4961-BA00-D077CC7EDA28}" type="presParOf" srcId="{44C5363F-703E-482C-A908-045D70A46AD6}" destId="{835A2592-A954-401D-8D2C-CDD34039E54F}" srcOrd="3" destOrd="0" presId="urn:microsoft.com/office/officeart/2018/2/layout/IconLabelDescriptionList"/>
    <dgm:cxn modelId="{A7677953-12FD-43E9-B3C1-8C463D76FEE9}" type="presParOf" srcId="{44C5363F-703E-482C-A908-045D70A46AD6}" destId="{315596D7-2BCF-434E-A890-7FAB651CD6E3}" srcOrd="4" destOrd="0" presId="urn:microsoft.com/office/officeart/2018/2/layout/IconLabelDescriptionList"/>
    <dgm:cxn modelId="{5BB82E6E-00EB-45D1-B7D9-FD596890AE6F}" type="presParOf" srcId="{DCAF0F5C-3E0A-4D81-9316-36B48EB4070D}" destId="{BE4F27ED-7BF8-4B72-A0B2-01B83ACB536C}" srcOrd="1" destOrd="0" presId="urn:microsoft.com/office/officeart/2018/2/layout/IconLabelDescriptionList"/>
    <dgm:cxn modelId="{9CA601D5-633E-47AC-BFBA-9C9ED4C13A83}" type="presParOf" srcId="{DCAF0F5C-3E0A-4D81-9316-36B48EB4070D}" destId="{883E8CB4-4898-4285-AE3E-7E622A2D24EA}" srcOrd="2" destOrd="0" presId="urn:microsoft.com/office/officeart/2018/2/layout/IconLabelDescriptionList"/>
    <dgm:cxn modelId="{184596E1-31F2-468C-85E0-0FE8D1D2BF9F}" type="presParOf" srcId="{883E8CB4-4898-4285-AE3E-7E622A2D24EA}" destId="{24E445D8-2ECD-4F6C-9530-43B5628248FF}" srcOrd="0" destOrd="0" presId="urn:microsoft.com/office/officeart/2018/2/layout/IconLabelDescriptionList"/>
    <dgm:cxn modelId="{F3CE2406-44A4-4DDC-8E39-2B59C2AD8827}" type="presParOf" srcId="{883E8CB4-4898-4285-AE3E-7E622A2D24EA}" destId="{D6771728-057A-4F87-9669-36D401B40329}" srcOrd="1" destOrd="0" presId="urn:microsoft.com/office/officeart/2018/2/layout/IconLabelDescriptionList"/>
    <dgm:cxn modelId="{0DAB752E-0043-4345-B892-A964377E466E}" type="presParOf" srcId="{883E8CB4-4898-4285-AE3E-7E622A2D24EA}" destId="{BCF596C9-0F9B-4478-AE75-934F444537CF}" srcOrd="2" destOrd="0" presId="urn:microsoft.com/office/officeart/2018/2/layout/IconLabelDescriptionList"/>
    <dgm:cxn modelId="{13AC0511-A26F-43ED-94F2-A24251591A78}" type="presParOf" srcId="{883E8CB4-4898-4285-AE3E-7E622A2D24EA}" destId="{381806F5-546F-4B6D-ABC2-60EA0E2472A7}" srcOrd="3" destOrd="0" presId="urn:microsoft.com/office/officeart/2018/2/layout/IconLabelDescriptionList"/>
    <dgm:cxn modelId="{EA874808-CCB8-4822-B4D4-3096BBC278B8}" type="presParOf" srcId="{883E8CB4-4898-4285-AE3E-7E622A2D24EA}" destId="{FEA0C978-CBDB-44BD-A82D-EB58DC166899}" srcOrd="4" destOrd="0" presId="urn:microsoft.com/office/officeart/2018/2/layout/IconLabelDescriptionList"/>
    <dgm:cxn modelId="{01A1A375-BA3B-494A-8079-A2016D46F643}" type="presParOf" srcId="{DCAF0F5C-3E0A-4D81-9316-36B48EB4070D}" destId="{F377283B-041D-43EE-9B08-CC8BC60CC7C3}" srcOrd="3" destOrd="0" presId="urn:microsoft.com/office/officeart/2018/2/layout/IconLabelDescriptionList"/>
    <dgm:cxn modelId="{6FC6CEAC-72E9-4205-A949-4046881B0C99}" type="presParOf" srcId="{DCAF0F5C-3E0A-4D81-9316-36B48EB4070D}" destId="{A68D21DA-A8FD-4091-BF7C-BE9DAAB3698E}" srcOrd="4" destOrd="0" presId="urn:microsoft.com/office/officeart/2018/2/layout/IconLabelDescriptionList"/>
    <dgm:cxn modelId="{F9F669A0-67E5-428F-B7E3-8F9D4C647D3F}" type="presParOf" srcId="{A68D21DA-A8FD-4091-BF7C-BE9DAAB3698E}" destId="{9CA3FDE9-7407-4B47-8AAF-4666DBE9B38E}" srcOrd="0" destOrd="0" presId="urn:microsoft.com/office/officeart/2018/2/layout/IconLabelDescriptionList"/>
    <dgm:cxn modelId="{7D6BA6FF-A1B4-474A-9CCB-AA1986B5232E}" type="presParOf" srcId="{A68D21DA-A8FD-4091-BF7C-BE9DAAB3698E}" destId="{7BB22846-8698-40C3-B03D-14DEF8786F99}" srcOrd="1" destOrd="0" presId="urn:microsoft.com/office/officeart/2018/2/layout/IconLabelDescriptionList"/>
    <dgm:cxn modelId="{D23AF3F7-71EC-4627-BD44-3FC3291546A3}" type="presParOf" srcId="{A68D21DA-A8FD-4091-BF7C-BE9DAAB3698E}" destId="{985836D8-0DCA-452B-B1DD-B0AA6359A3AC}" srcOrd="2" destOrd="0" presId="urn:microsoft.com/office/officeart/2018/2/layout/IconLabelDescriptionList"/>
    <dgm:cxn modelId="{8BD0E5A7-7AC3-4FAA-9AA1-2252CCB56FA4}" type="presParOf" srcId="{A68D21DA-A8FD-4091-BF7C-BE9DAAB3698E}" destId="{BACA8622-231E-44FA-A505-AF038D36ACAD}" srcOrd="3" destOrd="0" presId="urn:microsoft.com/office/officeart/2018/2/layout/IconLabelDescriptionList"/>
    <dgm:cxn modelId="{4A5959F4-C148-4938-8DAD-AE4326D79E8C}" type="presParOf" srcId="{A68D21DA-A8FD-4091-BF7C-BE9DAAB3698E}" destId="{B7D14BA7-7EAC-483E-8AE9-7643D66488B0}"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D1378E-C5B7-49DD-BBF8-9CBDFA1E2ADD}"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4217B4C4-DD23-4465-BB31-A3C1B27C6C04}">
      <dgm:prSet custT="1"/>
      <dgm:spPr/>
      <dgm:t>
        <a:bodyPr/>
        <a:lstStyle/>
        <a:p>
          <a:r>
            <a:rPr lang="en-US" sz="1800" b="1"/>
            <a:t>Data Independence:</a:t>
          </a:r>
          <a:endParaRPr lang="en-US" sz="1800"/>
        </a:p>
      </dgm:t>
    </dgm:pt>
    <dgm:pt modelId="{FBE3BD32-AE44-4208-A9D0-3D641E812D3D}" type="parTrans" cxnId="{8DC230AD-8FA6-4479-B5FE-93265926C32A}">
      <dgm:prSet/>
      <dgm:spPr/>
      <dgm:t>
        <a:bodyPr/>
        <a:lstStyle/>
        <a:p>
          <a:endParaRPr lang="en-US" sz="2000"/>
        </a:p>
      </dgm:t>
    </dgm:pt>
    <dgm:pt modelId="{E584EB0A-3C96-4713-A285-B3BAA0EE4851}" type="sibTrans" cxnId="{8DC230AD-8FA6-4479-B5FE-93265926C32A}">
      <dgm:prSet/>
      <dgm:spPr/>
      <dgm:t>
        <a:bodyPr/>
        <a:lstStyle/>
        <a:p>
          <a:endParaRPr lang="en-US" sz="2000"/>
        </a:p>
      </dgm:t>
    </dgm:pt>
    <dgm:pt modelId="{17D7C622-779D-4FEC-BA2B-2A1B7F41CD6C}">
      <dgm:prSet custT="1"/>
      <dgm:spPr/>
      <dgm:t>
        <a:bodyPr/>
        <a:lstStyle/>
        <a:p>
          <a:r>
            <a:rPr lang="en-US" sz="1800"/>
            <a:t>Allows changes at one level without affecting the others.</a:t>
          </a:r>
        </a:p>
      </dgm:t>
    </dgm:pt>
    <dgm:pt modelId="{B9B262D5-4A2F-4552-A5B9-E2E5BA5FAA5A}" type="parTrans" cxnId="{F5BF6D96-1A17-40A2-B658-A1F8D9582339}">
      <dgm:prSet/>
      <dgm:spPr/>
      <dgm:t>
        <a:bodyPr/>
        <a:lstStyle/>
        <a:p>
          <a:endParaRPr lang="en-US" sz="2000"/>
        </a:p>
      </dgm:t>
    </dgm:pt>
    <dgm:pt modelId="{D976775B-C79B-4DEA-A1DD-3C055DD42DC1}" type="sibTrans" cxnId="{F5BF6D96-1A17-40A2-B658-A1F8D9582339}">
      <dgm:prSet/>
      <dgm:spPr/>
      <dgm:t>
        <a:bodyPr/>
        <a:lstStyle/>
        <a:p>
          <a:endParaRPr lang="en-US" sz="2000"/>
        </a:p>
      </dgm:t>
    </dgm:pt>
    <dgm:pt modelId="{2E2440F2-265D-46AD-A0EA-5FD7A0787CCC}">
      <dgm:prSet custT="1"/>
      <dgm:spPr/>
      <dgm:t>
        <a:bodyPr/>
        <a:lstStyle/>
        <a:p>
          <a:r>
            <a:rPr lang="en-US" sz="1800" b="1"/>
            <a:t>Flexibility:</a:t>
          </a:r>
          <a:endParaRPr lang="en-US" sz="1800"/>
        </a:p>
      </dgm:t>
    </dgm:pt>
    <dgm:pt modelId="{16FAC4A2-B76D-4D87-A580-24CD365099AE}" type="parTrans" cxnId="{ED26FED4-B597-49EE-873C-349E803D9588}">
      <dgm:prSet/>
      <dgm:spPr/>
      <dgm:t>
        <a:bodyPr/>
        <a:lstStyle/>
        <a:p>
          <a:endParaRPr lang="en-US" sz="2000"/>
        </a:p>
      </dgm:t>
    </dgm:pt>
    <dgm:pt modelId="{CDE38A89-CE4F-4D34-A8F7-F36562AD533E}" type="sibTrans" cxnId="{ED26FED4-B597-49EE-873C-349E803D9588}">
      <dgm:prSet/>
      <dgm:spPr/>
      <dgm:t>
        <a:bodyPr/>
        <a:lstStyle/>
        <a:p>
          <a:endParaRPr lang="en-US" sz="2000"/>
        </a:p>
      </dgm:t>
    </dgm:pt>
    <dgm:pt modelId="{2C55279F-980F-48E4-8754-CE987D0CDB1B}">
      <dgm:prSet custT="1"/>
      <dgm:spPr/>
      <dgm:t>
        <a:bodyPr/>
        <a:lstStyle/>
        <a:p>
          <a:r>
            <a:rPr lang="en-US" sz="1800"/>
            <a:t>Supports multiple views of the data for different users.</a:t>
          </a:r>
        </a:p>
      </dgm:t>
    </dgm:pt>
    <dgm:pt modelId="{BA97E62B-1C76-4507-9F59-BE1055D2EE75}" type="parTrans" cxnId="{CC1A2CC2-A898-4F72-8B84-1C1C22A32C50}">
      <dgm:prSet/>
      <dgm:spPr/>
      <dgm:t>
        <a:bodyPr/>
        <a:lstStyle/>
        <a:p>
          <a:endParaRPr lang="en-US" sz="2000"/>
        </a:p>
      </dgm:t>
    </dgm:pt>
    <dgm:pt modelId="{D38348F6-150C-483F-8C7A-8BDBA4ADCFD9}" type="sibTrans" cxnId="{CC1A2CC2-A898-4F72-8B84-1C1C22A32C50}">
      <dgm:prSet/>
      <dgm:spPr/>
      <dgm:t>
        <a:bodyPr/>
        <a:lstStyle/>
        <a:p>
          <a:endParaRPr lang="en-US" sz="2000"/>
        </a:p>
      </dgm:t>
    </dgm:pt>
    <dgm:pt modelId="{F3CE6BDF-89B7-4F2C-84D2-2F4EC5D0106B}">
      <dgm:prSet custT="1"/>
      <dgm:spPr/>
      <dgm:t>
        <a:bodyPr/>
        <a:lstStyle/>
        <a:p>
          <a:r>
            <a:rPr lang="en-US" sz="1800" b="1"/>
            <a:t>Abstraction:</a:t>
          </a:r>
          <a:endParaRPr lang="en-US" sz="1800"/>
        </a:p>
      </dgm:t>
    </dgm:pt>
    <dgm:pt modelId="{6D05CD5A-36DD-4D93-8405-ECD27E3DCEAB}" type="parTrans" cxnId="{9EAE45F9-D179-4E21-B704-6A4045617A62}">
      <dgm:prSet/>
      <dgm:spPr/>
      <dgm:t>
        <a:bodyPr/>
        <a:lstStyle/>
        <a:p>
          <a:endParaRPr lang="en-US" sz="2000"/>
        </a:p>
      </dgm:t>
    </dgm:pt>
    <dgm:pt modelId="{C5B6EA45-A09D-4E83-AFB1-7AFBC76158EF}" type="sibTrans" cxnId="{9EAE45F9-D179-4E21-B704-6A4045617A62}">
      <dgm:prSet/>
      <dgm:spPr/>
      <dgm:t>
        <a:bodyPr/>
        <a:lstStyle/>
        <a:p>
          <a:endParaRPr lang="en-US" sz="2000"/>
        </a:p>
      </dgm:t>
    </dgm:pt>
    <dgm:pt modelId="{9DB5556D-D408-491C-A13F-7C1DB2FFF8BF}">
      <dgm:prSet custT="1"/>
      <dgm:spPr/>
      <dgm:t>
        <a:bodyPr/>
        <a:lstStyle/>
        <a:p>
          <a:r>
            <a:rPr lang="en-US" sz="1800"/>
            <a:t>Hides complex details of physical data storage from users and applications.</a:t>
          </a:r>
        </a:p>
      </dgm:t>
    </dgm:pt>
    <dgm:pt modelId="{4738D747-ADE5-4065-87C3-E80308BD446E}" type="parTrans" cxnId="{DB1D55C9-7709-4503-95F6-F326617B73E2}">
      <dgm:prSet/>
      <dgm:spPr/>
      <dgm:t>
        <a:bodyPr/>
        <a:lstStyle/>
        <a:p>
          <a:endParaRPr lang="en-US" sz="2000"/>
        </a:p>
      </dgm:t>
    </dgm:pt>
    <dgm:pt modelId="{C5450285-BFB9-4043-ACEC-31D9DCE9C6AA}" type="sibTrans" cxnId="{DB1D55C9-7709-4503-95F6-F326617B73E2}">
      <dgm:prSet/>
      <dgm:spPr/>
      <dgm:t>
        <a:bodyPr/>
        <a:lstStyle/>
        <a:p>
          <a:endParaRPr lang="en-US" sz="2000"/>
        </a:p>
      </dgm:t>
    </dgm:pt>
    <dgm:pt modelId="{EEE85FA5-B4A9-40C8-9D0A-07A2ADF14702}">
      <dgm:prSet custT="1"/>
      <dgm:spPr/>
      <dgm:t>
        <a:bodyPr/>
        <a:lstStyle/>
        <a:p>
          <a:r>
            <a:rPr lang="en-US" sz="1800" b="1"/>
            <a:t>Consistency and Security:</a:t>
          </a:r>
          <a:endParaRPr lang="en-US" sz="1800"/>
        </a:p>
      </dgm:t>
    </dgm:pt>
    <dgm:pt modelId="{985601F3-0C50-4BE2-8204-0F8FF2B77C38}" type="parTrans" cxnId="{6CE15123-BF12-45ED-8DFB-5A0F670DFEA1}">
      <dgm:prSet/>
      <dgm:spPr/>
      <dgm:t>
        <a:bodyPr/>
        <a:lstStyle/>
        <a:p>
          <a:endParaRPr lang="en-US" sz="2000"/>
        </a:p>
      </dgm:t>
    </dgm:pt>
    <dgm:pt modelId="{D64FF10D-B8DA-46C8-A3AF-F34E98477C74}" type="sibTrans" cxnId="{6CE15123-BF12-45ED-8DFB-5A0F670DFEA1}">
      <dgm:prSet/>
      <dgm:spPr/>
      <dgm:t>
        <a:bodyPr/>
        <a:lstStyle/>
        <a:p>
          <a:endParaRPr lang="en-US" sz="2000"/>
        </a:p>
      </dgm:t>
    </dgm:pt>
    <dgm:pt modelId="{81B186BA-E25A-4540-A351-932CD040335A}">
      <dgm:prSet custT="1"/>
      <dgm:spPr/>
      <dgm:t>
        <a:bodyPr/>
        <a:lstStyle/>
        <a:p>
          <a:r>
            <a:rPr lang="en-US" sz="1800"/>
            <a:t>Enables centralized control of data access and modifications.</a:t>
          </a:r>
        </a:p>
      </dgm:t>
    </dgm:pt>
    <dgm:pt modelId="{074338DC-4476-4037-AA50-D528F61ECA6E}" type="parTrans" cxnId="{7412B61D-82AA-4FD2-9F7D-8473B58A0CF3}">
      <dgm:prSet/>
      <dgm:spPr/>
      <dgm:t>
        <a:bodyPr/>
        <a:lstStyle/>
        <a:p>
          <a:endParaRPr lang="en-US" sz="2000"/>
        </a:p>
      </dgm:t>
    </dgm:pt>
    <dgm:pt modelId="{5CEC66F2-47C1-4C22-9882-F96B78671FB7}" type="sibTrans" cxnId="{7412B61D-82AA-4FD2-9F7D-8473B58A0CF3}">
      <dgm:prSet/>
      <dgm:spPr/>
      <dgm:t>
        <a:bodyPr/>
        <a:lstStyle/>
        <a:p>
          <a:endParaRPr lang="en-US" sz="2000"/>
        </a:p>
      </dgm:t>
    </dgm:pt>
    <dgm:pt modelId="{E022C8CB-4A70-493C-B528-0A61C723801B}" type="pres">
      <dgm:prSet presAssocID="{26D1378E-C5B7-49DD-BBF8-9CBDFA1E2ADD}" presName="linear" presStyleCnt="0">
        <dgm:presLayoutVars>
          <dgm:dir/>
          <dgm:animLvl val="lvl"/>
          <dgm:resizeHandles val="exact"/>
        </dgm:presLayoutVars>
      </dgm:prSet>
      <dgm:spPr/>
    </dgm:pt>
    <dgm:pt modelId="{A14A200E-13F9-4C37-BEE3-6D0CAB7B87EA}" type="pres">
      <dgm:prSet presAssocID="{4217B4C4-DD23-4465-BB31-A3C1B27C6C04}" presName="parentLin" presStyleCnt="0"/>
      <dgm:spPr/>
    </dgm:pt>
    <dgm:pt modelId="{E8B72A59-4CF8-4529-872A-3A58FD834D0A}" type="pres">
      <dgm:prSet presAssocID="{4217B4C4-DD23-4465-BB31-A3C1B27C6C04}" presName="parentLeftMargin" presStyleLbl="node1" presStyleIdx="0" presStyleCnt="4"/>
      <dgm:spPr/>
    </dgm:pt>
    <dgm:pt modelId="{6A9FDC63-8C4A-42FF-BB69-C9DA0382AB27}" type="pres">
      <dgm:prSet presAssocID="{4217B4C4-DD23-4465-BB31-A3C1B27C6C04}" presName="parentText" presStyleLbl="node1" presStyleIdx="0" presStyleCnt="4">
        <dgm:presLayoutVars>
          <dgm:chMax val="0"/>
          <dgm:bulletEnabled val="1"/>
        </dgm:presLayoutVars>
      </dgm:prSet>
      <dgm:spPr/>
    </dgm:pt>
    <dgm:pt modelId="{2E583B11-92FC-4F1B-9570-2B5E7B45AC5F}" type="pres">
      <dgm:prSet presAssocID="{4217B4C4-DD23-4465-BB31-A3C1B27C6C04}" presName="negativeSpace" presStyleCnt="0"/>
      <dgm:spPr/>
    </dgm:pt>
    <dgm:pt modelId="{CC619B8D-CDF9-4FCC-8F72-BD53C8913402}" type="pres">
      <dgm:prSet presAssocID="{4217B4C4-DD23-4465-BB31-A3C1B27C6C04}" presName="childText" presStyleLbl="conFgAcc1" presStyleIdx="0" presStyleCnt="4">
        <dgm:presLayoutVars>
          <dgm:bulletEnabled val="1"/>
        </dgm:presLayoutVars>
      </dgm:prSet>
      <dgm:spPr/>
    </dgm:pt>
    <dgm:pt modelId="{46C1879E-206B-4412-A742-F3DEBCD88A28}" type="pres">
      <dgm:prSet presAssocID="{E584EB0A-3C96-4713-A285-B3BAA0EE4851}" presName="spaceBetweenRectangles" presStyleCnt="0"/>
      <dgm:spPr/>
    </dgm:pt>
    <dgm:pt modelId="{EE4BB5BE-22F6-42E8-BF99-3280EBEFE2FA}" type="pres">
      <dgm:prSet presAssocID="{2E2440F2-265D-46AD-A0EA-5FD7A0787CCC}" presName="parentLin" presStyleCnt="0"/>
      <dgm:spPr/>
    </dgm:pt>
    <dgm:pt modelId="{BB667919-675E-40CF-86AA-A38E8E4915AF}" type="pres">
      <dgm:prSet presAssocID="{2E2440F2-265D-46AD-A0EA-5FD7A0787CCC}" presName="parentLeftMargin" presStyleLbl="node1" presStyleIdx="0" presStyleCnt="4"/>
      <dgm:spPr/>
    </dgm:pt>
    <dgm:pt modelId="{C89B701C-C5DF-4EC7-B3E7-1C6453AE1381}" type="pres">
      <dgm:prSet presAssocID="{2E2440F2-265D-46AD-A0EA-5FD7A0787CCC}" presName="parentText" presStyleLbl="node1" presStyleIdx="1" presStyleCnt="4">
        <dgm:presLayoutVars>
          <dgm:chMax val="0"/>
          <dgm:bulletEnabled val="1"/>
        </dgm:presLayoutVars>
      </dgm:prSet>
      <dgm:spPr/>
    </dgm:pt>
    <dgm:pt modelId="{DDC2E666-F0A7-4871-9B29-6B526A1E64E7}" type="pres">
      <dgm:prSet presAssocID="{2E2440F2-265D-46AD-A0EA-5FD7A0787CCC}" presName="negativeSpace" presStyleCnt="0"/>
      <dgm:spPr/>
    </dgm:pt>
    <dgm:pt modelId="{24B9D19F-DD5D-4AA1-A952-71CB3150BFAA}" type="pres">
      <dgm:prSet presAssocID="{2E2440F2-265D-46AD-A0EA-5FD7A0787CCC}" presName="childText" presStyleLbl="conFgAcc1" presStyleIdx="1" presStyleCnt="4">
        <dgm:presLayoutVars>
          <dgm:bulletEnabled val="1"/>
        </dgm:presLayoutVars>
      </dgm:prSet>
      <dgm:spPr/>
    </dgm:pt>
    <dgm:pt modelId="{077670B0-4D09-4D3F-B844-5E14DCCD9EAC}" type="pres">
      <dgm:prSet presAssocID="{CDE38A89-CE4F-4D34-A8F7-F36562AD533E}" presName="spaceBetweenRectangles" presStyleCnt="0"/>
      <dgm:spPr/>
    </dgm:pt>
    <dgm:pt modelId="{57BA58E6-D681-4979-9240-86EC33E46464}" type="pres">
      <dgm:prSet presAssocID="{F3CE6BDF-89B7-4F2C-84D2-2F4EC5D0106B}" presName="parentLin" presStyleCnt="0"/>
      <dgm:spPr/>
    </dgm:pt>
    <dgm:pt modelId="{2DB5102F-E21E-45B4-BCFC-7DF5F8E3826E}" type="pres">
      <dgm:prSet presAssocID="{F3CE6BDF-89B7-4F2C-84D2-2F4EC5D0106B}" presName="parentLeftMargin" presStyleLbl="node1" presStyleIdx="1" presStyleCnt="4"/>
      <dgm:spPr/>
    </dgm:pt>
    <dgm:pt modelId="{70369AEC-2294-4758-AB6E-CCED748E7A02}" type="pres">
      <dgm:prSet presAssocID="{F3CE6BDF-89B7-4F2C-84D2-2F4EC5D0106B}" presName="parentText" presStyleLbl="node1" presStyleIdx="2" presStyleCnt="4">
        <dgm:presLayoutVars>
          <dgm:chMax val="0"/>
          <dgm:bulletEnabled val="1"/>
        </dgm:presLayoutVars>
      </dgm:prSet>
      <dgm:spPr/>
    </dgm:pt>
    <dgm:pt modelId="{E5EB4F67-31A9-40F0-A8FF-895A6B7C025E}" type="pres">
      <dgm:prSet presAssocID="{F3CE6BDF-89B7-4F2C-84D2-2F4EC5D0106B}" presName="negativeSpace" presStyleCnt="0"/>
      <dgm:spPr/>
    </dgm:pt>
    <dgm:pt modelId="{7064B586-76CB-4EC6-A8B4-22903F7CEFD9}" type="pres">
      <dgm:prSet presAssocID="{F3CE6BDF-89B7-4F2C-84D2-2F4EC5D0106B}" presName="childText" presStyleLbl="conFgAcc1" presStyleIdx="2" presStyleCnt="4">
        <dgm:presLayoutVars>
          <dgm:bulletEnabled val="1"/>
        </dgm:presLayoutVars>
      </dgm:prSet>
      <dgm:spPr/>
    </dgm:pt>
    <dgm:pt modelId="{D29BAE96-812F-4DC4-99C8-0C7C7D4CD3FA}" type="pres">
      <dgm:prSet presAssocID="{C5B6EA45-A09D-4E83-AFB1-7AFBC76158EF}" presName="spaceBetweenRectangles" presStyleCnt="0"/>
      <dgm:spPr/>
    </dgm:pt>
    <dgm:pt modelId="{3F468166-732D-4C92-A79F-A552BF68EE32}" type="pres">
      <dgm:prSet presAssocID="{EEE85FA5-B4A9-40C8-9D0A-07A2ADF14702}" presName="parentLin" presStyleCnt="0"/>
      <dgm:spPr/>
    </dgm:pt>
    <dgm:pt modelId="{60CFEC60-CBF5-4C1F-8825-6FFF82064BD1}" type="pres">
      <dgm:prSet presAssocID="{EEE85FA5-B4A9-40C8-9D0A-07A2ADF14702}" presName="parentLeftMargin" presStyleLbl="node1" presStyleIdx="2" presStyleCnt="4"/>
      <dgm:spPr/>
    </dgm:pt>
    <dgm:pt modelId="{DC90E9F8-5375-4BA5-924D-CA92ECBA6C47}" type="pres">
      <dgm:prSet presAssocID="{EEE85FA5-B4A9-40C8-9D0A-07A2ADF14702}" presName="parentText" presStyleLbl="node1" presStyleIdx="3" presStyleCnt="4">
        <dgm:presLayoutVars>
          <dgm:chMax val="0"/>
          <dgm:bulletEnabled val="1"/>
        </dgm:presLayoutVars>
      </dgm:prSet>
      <dgm:spPr/>
    </dgm:pt>
    <dgm:pt modelId="{6CE0DD83-7A9E-4542-AE02-9E5D2653130F}" type="pres">
      <dgm:prSet presAssocID="{EEE85FA5-B4A9-40C8-9D0A-07A2ADF14702}" presName="negativeSpace" presStyleCnt="0"/>
      <dgm:spPr/>
    </dgm:pt>
    <dgm:pt modelId="{69B6222A-DD6A-4D8E-BDD2-14C145BB093F}" type="pres">
      <dgm:prSet presAssocID="{EEE85FA5-B4A9-40C8-9D0A-07A2ADF14702}" presName="childText" presStyleLbl="conFgAcc1" presStyleIdx="3" presStyleCnt="4">
        <dgm:presLayoutVars>
          <dgm:bulletEnabled val="1"/>
        </dgm:presLayoutVars>
      </dgm:prSet>
      <dgm:spPr/>
    </dgm:pt>
  </dgm:ptLst>
  <dgm:cxnLst>
    <dgm:cxn modelId="{ED318D19-0D60-4475-9530-A3F121861086}" type="presOf" srcId="{2E2440F2-265D-46AD-A0EA-5FD7A0787CCC}" destId="{C89B701C-C5DF-4EC7-B3E7-1C6453AE1381}" srcOrd="1" destOrd="0" presId="urn:microsoft.com/office/officeart/2005/8/layout/list1"/>
    <dgm:cxn modelId="{7412B61D-82AA-4FD2-9F7D-8473B58A0CF3}" srcId="{EEE85FA5-B4A9-40C8-9D0A-07A2ADF14702}" destId="{81B186BA-E25A-4540-A351-932CD040335A}" srcOrd="0" destOrd="0" parTransId="{074338DC-4476-4037-AA50-D528F61ECA6E}" sibTransId="{5CEC66F2-47C1-4C22-9882-F96B78671FB7}"/>
    <dgm:cxn modelId="{B21BE520-734F-4118-BBEA-5B99389D438F}" type="presOf" srcId="{F3CE6BDF-89B7-4F2C-84D2-2F4EC5D0106B}" destId="{2DB5102F-E21E-45B4-BCFC-7DF5F8E3826E}" srcOrd="0" destOrd="0" presId="urn:microsoft.com/office/officeart/2005/8/layout/list1"/>
    <dgm:cxn modelId="{6CE15123-BF12-45ED-8DFB-5A0F670DFEA1}" srcId="{26D1378E-C5B7-49DD-BBF8-9CBDFA1E2ADD}" destId="{EEE85FA5-B4A9-40C8-9D0A-07A2ADF14702}" srcOrd="3" destOrd="0" parTransId="{985601F3-0C50-4BE2-8204-0F8FF2B77C38}" sibTransId="{D64FF10D-B8DA-46C8-A3AF-F34E98477C74}"/>
    <dgm:cxn modelId="{1F77B726-A586-43AE-8541-2B4D528A3706}" type="presOf" srcId="{9DB5556D-D408-491C-A13F-7C1DB2FFF8BF}" destId="{7064B586-76CB-4EC6-A8B4-22903F7CEFD9}" srcOrd="0" destOrd="0" presId="urn:microsoft.com/office/officeart/2005/8/layout/list1"/>
    <dgm:cxn modelId="{F1492A4D-CD1B-4651-B882-827716D70037}" type="presOf" srcId="{81B186BA-E25A-4540-A351-932CD040335A}" destId="{69B6222A-DD6A-4D8E-BDD2-14C145BB093F}" srcOrd="0" destOrd="0" presId="urn:microsoft.com/office/officeart/2005/8/layout/list1"/>
    <dgm:cxn modelId="{F5BF6D96-1A17-40A2-B658-A1F8D9582339}" srcId="{4217B4C4-DD23-4465-BB31-A3C1B27C6C04}" destId="{17D7C622-779D-4FEC-BA2B-2A1B7F41CD6C}" srcOrd="0" destOrd="0" parTransId="{B9B262D5-4A2F-4552-A5B9-E2E5BA5FAA5A}" sibTransId="{D976775B-C79B-4DEA-A1DD-3C055DD42DC1}"/>
    <dgm:cxn modelId="{9B21B4A9-9361-4691-B083-6D5A28A1CDA2}" type="presOf" srcId="{2E2440F2-265D-46AD-A0EA-5FD7A0787CCC}" destId="{BB667919-675E-40CF-86AA-A38E8E4915AF}" srcOrd="0" destOrd="0" presId="urn:microsoft.com/office/officeart/2005/8/layout/list1"/>
    <dgm:cxn modelId="{8DC230AD-8FA6-4479-B5FE-93265926C32A}" srcId="{26D1378E-C5B7-49DD-BBF8-9CBDFA1E2ADD}" destId="{4217B4C4-DD23-4465-BB31-A3C1B27C6C04}" srcOrd="0" destOrd="0" parTransId="{FBE3BD32-AE44-4208-A9D0-3D641E812D3D}" sibTransId="{E584EB0A-3C96-4713-A285-B3BAA0EE4851}"/>
    <dgm:cxn modelId="{AE501FB3-BFDD-452E-97ED-771795FBF2EB}" type="presOf" srcId="{EEE85FA5-B4A9-40C8-9D0A-07A2ADF14702}" destId="{DC90E9F8-5375-4BA5-924D-CA92ECBA6C47}" srcOrd="1" destOrd="0" presId="urn:microsoft.com/office/officeart/2005/8/layout/list1"/>
    <dgm:cxn modelId="{CC1A2CC2-A898-4F72-8B84-1C1C22A32C50}" srcId="{2E2440F2-265D-46AD-A0EA-5FD7A0787CCC}" destId="{2C55279F-980F-48E4-8754-CE987D0CDB1B}" srcOrd="0" destOrd="0" parTransId="{BA97E62B-1C76-4507-9F59-BE1055D2EE75}" sibTransId="{D38348F6-150C-483F-8C7A-8BDBA4ADCFD9}"/>
    <dgm:cxn modelId="{C06B3FC8-452B-4578-85B9-287E1137976C}" type="presOf" srcId="{4217B4C4-DD23-4465-BB31-A3C1B27C6C04}" destId="{E8B72A59-4CF8-4529-872A-3A58FD834D0A}" srcOrd="0" destOrd="0" presId="urn:microsoft.com/office/officeart/2005/8/layout/list1"/>
    <dgm:cxn modelId="{DB1D55C9-7709-4503-95F6-F326617B73E2}" srcId="{F3CE6BDF-89B7-4F2C-84D2-2F4EC5D0106B}" destId="{9DB5556D-D408-491C-A13F-7C1DB2FFF8BF}" srcOrd="0" destOrd="0" parTransId="{4738D747-ADE5-4065-87C3-E80308BD446E}" sibTransId="{C5450285-BFB9-4043-ACEC-31D9DCE9C6AA}"/>
    <dgm:cxn modelId="{ED26FED4-B597-49EE-873C-349E803D9588}" srcId="{26D1378E-C5B7-49DD-BBF8-9CBDFA1E2ADD}" destId="{2E2440F2-265D-46AD-A0EA-5FD7A0787CCC}" srcOrd="1" destOrd="0" parTransId="{16FAC4A2-B76D-4D87-A580-24CD365099AE}" sibTransId="{CDE38A89-CE4F-4D34-A8F7-F36562AD533E}"/>
    <dgm:cxn modelId="{1B917FE0-1096-4099-AB95-59DF9F91E775}" type="presOf" srcId="{EEE85FA5-B4A9-40C8-9D0A-07A2ADF14702}" destId="{60CFEC60-CBF5-4C1F-8825-6FFF82064BD1}" srcOrd="0" destOrd="0" presId="urn:microsoft.com/office/officeart/2005/8/layout/list1"/>
    <dgm:cxn modelId="{57AAAAEA-0E2C-4676-8F34-D4E01DAE64A2}" type="presOf" srcId="{F3CE6BDF-89B7-4F2C-84D2-2F4EC5D0106B}" destId="{70369AEC-2294-4758-AB6E-CCED748E7A02}" srcOrd="1" destOrd="0" presId="urn:microsoft.com/office/officeart/2005/8/layout/list1"/>
    <dgm:cxn modelId="{EFFF7BEF-13BB-49AA-BAC5-95F26256F497}" type="presOf" srcId="{2C55279F-980F-48E4-8754-CE987D0CDB1B}" destId="{24B9D19F-DD5D-4AA1-A952-71CB3150BFAA}" srcOrd="0" destOrd="0" presId="urn:microsoft.com/office/officeart/2005/8/layout/list1"/>
    <dgm:cxn modelId="{B3898DF0-3AFE-402C-A393-6945E8EB89CD}" type="presOf" srcId="{26D1378E-C5B7-49DD-BBF8-9CBDFA1E2ADD}" destId="{E022C8CB-4A70-493C-B528-0A61C723801B}" srcOrd="0" destOrd="0" presId="urn:microsoft.com/office/officeart/2005/8/layout/list1"/>
    <dgm:cxn modelId="{203BA8F4-ADCB-4A8B-ABE0-D11F81CB502B}" type="presOf" srcId="{17D7C622-779D-4FEC-BA2B-2A1B7F41CD6C}" destId="{CC619B8D-CDF9-4FCC-8F72-BD53C8913402}" srcOrd="0" destOrd="0" presId="urn:microsoft.com/office/officeart/2005/8/layout/list1"/>
    <dgm:cxn modelId="{9EAE45F9-D179-4E21-B704-6A4045617A62}" srcId="{26D1378E-C5B7-49DD-BBF8-9CBDFA1E2ADD}" destId="{F3CE6BDF-89B7-4F2C-84D2-2F4EC5D0106B}" srcOrd="2" destOrd="0" parTransId="{6D05CD5A-36DD-4D93-8405-ECD27E3DCEAB}" sibTransId="{C5B6EA45-A09D-4E83-AFB1-7AFBC76158EF}"/>
    <dgm:cxn modelId="{34C907FD-B374-44FD-9D33-7FFBD93ED842}" type="presOf" srcId="{4217B4C4-DD23-4465-BB31-A3C1B27C6C04}" destId="{6A9FDC63-8C4A-42FF-BB69-C9DA0382AB27}" srcOrd="1" destOrd="0" presId="urn:microsoft.com/office/officeart/2005/8/layout/list1"/>
    <dgm:cxn modelId="{F91EF2BB-7899-41B4-A915-84B96F43CC4C}" type="presParOf" srcId="{E022C8CB-4A70-493C-B528-0A61C723801B}" destId="{A14A200E-13F9-4C37-BEE3-6D0CAB7B87EA}" srcOrd="0" destOrd="0" presId="urn:microsoft.com/office/officeart/2005/8/layout/list1"/>
    <dgm:cxn modelId="{E3BE5120-12AD-4239-95FD-A7E09C96F482}" type="presParOf" srcId="{A14A200E-13F9-4C37-BEE3-6D0CAB7B87EA}" destId="{E8B72A59-4CF8-4529-872A-3A58FD834D0A}" srcOrd="0" destOrd="0" presId="urn:microsoft.com/office/officeart/2005/8/layout/list1"/>
    <dgm:cxn modelId="{B7C3B00C-A5B1-4BB2-A685-AFFA2FEB78AE}" type="presParOf" srcId="{A14A200E-13F9-4C37-BEE3-6D0CAB7B87EA}" destId="{6A9FDC63-8C4A-42FF-BB69-C9DA0382AB27}" srcOrd="1" destOrd="0" presId="urn:microsoft.com/office/officeart/2005/8/layout/list1"/>
    <dgm:cxn modelId="{3EF8A199-1B22-4462-8B8D-10F51A3390BA}" type="presParOf" srcId="{E022C8CB-4A70-493C-B528-0A61C723801B}" destId="{2E583B11-92FC-4F1B-9570-2B5E7B45AC5F}" srcOrd="1" destOrd="0" presId="urn:microsoft.com/office/officeart/2005/8/layout/list1"/>
    <dgm:cxn modelId="{E29B39AC-9D8E-475D-85D1-3C261C9016E9}" type="presParOf" srcId="{E022C8CB-4A70-493C-B528-0A61C723801B}" destId="{CC619B8D-CDF9-4FCC-8F72-BD53C8913402}" srcOrd="2" destOrd="0" presId="urn:microsoft.com/office/officeart/2005/8/layout/list1"/>
    <dgm:cxn modelId="{C9371F71-233B-49BA-8BA0-DCDFC201215A}" type="presParOf" srcId="{E022C8CB-4A70-493C-B528-0A61C723801B}" destId="{46C1879E-206B-4412-A742-F3DEBCD88A28}" srcOrd="3" destOrd="0" presId="urn:microsoft.com/office/officeart/2005/8/layout/list1"/>
    <dgm:cxn modelId="{ED779261-A748-482B-9FF5-8BB911E85FF1}" type="presParOf" srcId="{E022C8CB-4A70-493C-B528-0A61C723801B}" destId="{EE4BB5BE-22F6-42E8-BF99-3280EBEFE2FA}" srcOrd="4" destOrd="0" presId="urn:microsoft.com/office/officeart/2005/8/layout/list1"/>
    <dgm:cxn modelId="{87E34E50-3686-4995-AEA8-55C6DA424849}" type="presParOf" srcId="{EE4BB5BE-22F6-42E8-BF99-3280EBEFE2FA}" destId="{BB667919-675E-40CF-86AA-A38E8E4915AF}" srcOrd="0" destOrd="0" presId="urn:microsoft.com/office/officeart/2005/8/layout/list1"/>
    <dgm:cxn modelId="{F252DAB8-1D0A-4801-A2F5-55D9F75B3024}" type="presParOf" srcId="{EE4BB5BE-22F6-42E8-BF99-3280EBEFE2FA}" destId="{C89B701C-C5DF-4EC7-B3E7-1C6453AE1381}" srcOrd="1" destOrd="0" presId="urn:microsoft.com/office/officeart/2005/8/layout/list1"/>
    <dgm:cxn modelId="{96FFA48C-CCCE-4821-BDBE-ABC99B394745}" type="presParOf" srcId="{E022C8CB-4A70-493C-B528-0A61C723801B}" destId="{DDC2E666-F0A7-4871-9B29-6B526A1E64E7}" srcOrd="5" destOrd="0" presId="urn:microsoft.com/office/officeart/2005/8/layout/list1"/>
    <dgm:cxn modelId="{55D429B8-3235-4025-91D8-66625F68FAF0}" type="presParOf" srcId="{E022C8CB-4A70-493C-B528-0A61C723801B}" destId="{24B9D19F-DD5D-4AA1-A952-71CB3150BFAA}" srcOrd="6" destOrd="0" presId="urn:microsoft.com/office/officeart/2005/8/layout/list1"/>
    <dgm:cxn modelId="{C1BDC13A-E34F-4EDC-B482-B637D1853E31}" type="presParOf" srcId="{E022C8CB-4A70-493C-B528-0A61C723801B}" destId="{077670B0-4D09-4D3F-B844-5E14DCCD9EAC}" srcOrd="7" destOrd="0" presId="urn:microsoft.com/office/officeart/2005/8/layout/list1"/>
    <dgm:cxn modelId="{A86619F1-4CAB-4754-9B24-F0D935B52773}" type="presParOf" srcId="{E022C8CB-4A70-493C-B528-0A61C723801B}" destId="{57BA58E6-D681-4979-9240-86EC33E46464}" srcOrd="8" destOrd="0" presId="urn:microsoft.com/office/officeart/2005/8/layout/list1"/>
    <dgm:cxn modelId="{AA45EE12-3947-4CA3-812D-BDB32589AB5A}" type="presParOf" srcId="{57BA58E6-D681-4979-9240-86EC33E46464}" destId="{2DB5102F-E21E-45B4-BCFC-7DF5F8E3826E}" srcOrd="0" destOrd="0" presId="urn:microsoft.com/office/officeart/2005/8/layout/list1"/>
    <dgm:cxn modelId="{9DA60E08-38C4-46D9-A33B-E98F03D934EE}" type="presParOf" srcId="{57BA58E6-D681-4979-9240-86EC33E46464}" destId="{70369AEC-2294-4758-AB6E-CCED748E7A02}" srcOrd="1" destOrd="0" presId="urn:microsoft.com/office/officeart/2005/8/layout/list1"/>
    <dgm:cxn modelId="{79281D57-1EF0-465B-979F-3DA4BAAD3250}" type="presParOf" srcId="{E022C8CB-4A70-493C-B528-0A61C723801B}" destId="{E5EB4F67-31A9-40F0-A8FF-895A6B7C025E}" srcOrd="9" destOrd="0" presId="urn:microsoft.com/office/officeart/2005/8/layout/list1"/>
    <dgm:cxn modelId="{C5EA8805-F7BC-44B7-86C3-C0F45CB5EB5C}" type="presParOf" srcId="{E022C8CB-4A70-493C-B528-0A61C723801B}" destId="{7064B586-76CB-4EC6-A8B4-22903F7CEFD9}" srcOrd="10" destOrd="0" presId="urn:microsoft.com/office/officeart/2005/8/layout/list1"/>
    <dgm:cxn modelId="{16C518B7-ACEF-402B-97E3-02824FBB8487}" type="presParOf" srcId="{E022C8CB-4A70-493C-B528-0A61C723801B}" destId="{D29BAE96-812F-4DC4-99C8-0C7C7D4CD3FA}" srcOrd="11" destOrd="0" presId="urn:microsoft.com/office/officeart/2005/8/layout/list1"/>
    <dgm:cxn modelId="{9DDD7B96-DB68-4D46-A5D3-D60815F32ACA}" type="presParOf" srcId="{E022C8CB-4A70-493C-B528-0A61C723801B}" destId="{3F468166-732D-4C92-A79F-A552BF68EE32}" srcOrd="12" destOrd="0" presId="urn:microsoft.com/office/officeart/2005/8/layout/list1"/>
    <dgm:cxn modelId="{72E0645F-3950-496F-AACC-6B15A0A081E1}" type="presParOf" srcId="{3F468166-732D-4C92-A79F-A552BF68EE32}" destId="{60CFEC60-CBF5-4C1F-8825-6FFF82064BD1}" srcOrd="0" destOrd="0" presId="urn:microsoft.com/office/officeart/2005/8/layout/list1"/>
    <dgm:cxn modelId="{2A99F5C1-83B7-41AC-8057-097459DCF731}" type="presParOf" srcId="{3F468166-732D-4C92-A79F-A552BF68EE32}" destId="{DC90E9F8-5375-4BA5-924D-CA92ECBA6C47}" srcOrd="1" destOrd="0" presId="urn:microsoft.com/office/officeart/2005/8/layout/list1"/>
    <dgm:cxn modelId="{7AFD0E32-B720-4159-B643-40BF214FF86B}" type="presParOf" srcId="{E022C8CB-4A70-493C-B528-0A61C723801B}" destId="{6CE0DD83-7A9E-4542-AE02-9E5D2653130F}" srcOrd="13" destOrd="0" presId="urn:microsoft.com/office/officeart/2005/8/layout/list1"/>
    <dgm:cxn modelId="{4D62D7F2-816E-4A46-A916-2D1EC95BA0B4}" type="presParOf" srcId="{E022C8CB-4A70-493C-B528-0A61C723801B}" destId="{69B6222A-DD6A-4D8E-BDD2-14C145BB093F}"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1782891-024C-40B0-82BD-066DD790938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7776577-9BB1-49EC-890E-C2F5E94E85B3}">
      <dgm:prSet/>
      <dgm:spPr/>
      <dgm:t>
        <a:bodyPr/>
        <a:lstStyle/>
        <a:p>
          <a:r>
            <a:rPr lang="en-US" b="1"/>
            <a:t>2. Conceptual Level (Logical View):</a:t>
          </a:r>
          <a:endParaRPr lang="en-US"/>
        </a:p>
      </dgm:t>
    </dgm:pt>
    <dgm:pt modelId="{1D644F57-DB86-44C2-98C2-02B47DE1A735}" type="parTrans" cxnId="{A04ED1F3-721A-4DBE-BF16-D084A808A3F7}">
      <dgm:prSet/>
      <dgm:spPr/>
      <dgm:t>
        <a:bodyPr/>
        <a:lstStyle/>
        <a:p>
          <a:endParaRPr lang="en-US"/>
        </a:p>
      </dgm:t>
    </dgm:pt>
    <dgm:pt modelId="{E956FB35-BD96-45ED-956B-FAFAA10FFADD}" type="sibTrans" cxnId="{A04ED1F3-721A-4DBE-BF16-D084A808A3F7}">
      <dgm:prSet/>
      <dgm:spPr/>
      <dgm:t>
        <a:bodyPr/>
        <a:lstStyle/>
        <a:p>
          <a:endParaRPr lang="en-US"/>
        </a:p>
      </dgm:t>
    </dgm:pt>
    <dgm:pt modelId="{7E51FB87-1680-4599-9856-E23DE132C897}">
      <dgm:prSet/>
      <dgm:spPr/>
      <dgm:t>
        <a:bodyPr/>
        <a:lstStyle/>
        <a:p>
          <a:r>
            <a:rPr lang="en-US" dirty="0"/>
            <a:t>Represents the </a:t>
          </a:r>
          <a:r>
            <a:rPr lang="en-US" b="1" dirty="0"/>
            <a:t>logical structure</a:t>
          </a:r>
          <a:r>
            <a:rPr lang="en-US" dirty="0"/>
            <a:t> of the entire database.</a:t>
          </a:r>
        </a:p>
      </dgm:t>
    </dgm:pt>
    <dgm:pt modelId="{1D35E7AF-DEEE-40A9-8430-F8F110E49878}" type="parTrans" cxnId="{CAC3043D-DA11-4531-BCBA-E2DD6AB5E0D2}">
      <dgm:prSet/>
      <dgm:spPr/>
      <dgm:t>
        <a:bodyPr/>
        <a:lstStyle/>
        <a:p>
          <a:endParaRPr lang="en-US"/>
        </a:p>
      </dgm:t>
    </dgm:pt>
    <dgm:pt modelId="{A4CE456D-C55A-44F9-AA3C-AA798C4BC540}" type="sibTrans" cxnId="{CAC3043D-DA11-4531-BCBA-E2DD6AB5E0D2}">
      <dgm:prSet/>
      <dgm:spPr/>
      <dgm:t>
        <a:bodyPr/>
        <a:lstStyle/>
        <a:p>
          <a:endParaRPr lang="en-US"/>
        </a:p>
      </dgm:t>
    </dgm:pt>
    <dgm:pt modelId="{4A0B36BE-C674-46E0-83D4-8ABB9492CBED}">
      <dgm:prSet/>
      <dgm:spPr/>
      <dgm:t>
        <a:bodyPr/>
        <a:lstStyle/>
        <a:p>
          <a:r>
            <a:rPr lang="en-US" dirty="0"/>
            <a:t>Defines the data organization (e.g., entities, relationships) and constraints.</a:t>
          </a:r>
        </a:p>
      </dgm:t>
    </dgm:pt>
    <dgm:pt modelId="{B6FC5FBC-417C-49E7-9453-8F1E70EA7CCE}" type="parTrans" cxnId="{B578154B-1F6C-4AC4-8293-CC70BC345E5D}">
      <dgm:prSet/>
      <dgm:spPr/>
      <dgm:t>
        <a:bodyPr/>
        <a:lstStyle/>
        <a:p>
          <a:endParaRPr lang="en-US"/>
        </a:p>
      </dgm:t>
    </dgm:pt>
    <dgm:pt modelId="{D983BA8F-A396-4D4D-9139-FE4DDD3C5250}" type="sibTrans" cxnId="{B578154B-1F6C-4AC4-8293-CC70BC345E5D}">
      <dgm:prSet/>
      <dgm:spPr/>
      <dgm:t>
        <a:bodyPr/>
        <a:lstStyle/>
        <a:p>
          <a:endParaRPr lang="en-US"/>
        </a:p>
      </dgm:t>
    </dgm:pt>
    <dgm:pt modelId="{4D2FBE59-013F-4AE3-B373-BAA4CC2D5701}">
      <dgm:prSet/>
      <dgm:spPr/>
      <dgm:t>
        <a:bodyPr/>
        <a:lstStyle/>
        <a:p>
          <a:r>
            <a:rPr lang="en-US"/>
            <a:t>Ensures a unified logical representation that connects all user views.</a:t>
          </a:r>
        </a:p>
      </dgm:t>
    </dgm:pt>
    <dgm:pt modelId="{4BD086BC-10CD-4395-9693-60F963889D0D}" type="parTrans" cxnId="{BB3BFDB1-DD13-4DB1-B0F1-1BB26CCA9CB6}">
      <dgm:prSet/>
      <dgm:spPr/>
      <dgm:t>
        <a:bodyPr/>
        <a:lstStyle/>
        <a:p>
          <a:endParaRPr lang="en-US"/>
        </a:p>
      </dgm:t>
    </dgm:pt>
    <dgm:pt modelId="{A6FDBF9F-2D42-458B-901E-40055F88D220}" type="sibTrans" cxnId="{BB3BFDB1-DD13-4DB1-B0F1-1BB26CCA9CB6}">
      <dgm:prSet/>
      <dgm:spPr/>
      <dgm:t>
        <a:bodyPr/>
        <a:lstStyle/>
        <a:p>
          <a:endParaRPr lang="en-US"/>
        </a:p>
      </dgm:t>
    </dgm:pt>
    <dgm:pt modelId="{0308276C-9D9D-4C50-92BC-A8F0ED8E29AA}">
      <dgm:prSet/>
      <dgm:spPr/>
      <dgm:t>
        <a:bodyPr/>
        <a:lstStyle/>
        <a:p>
          <a:r>
            <a:rPr lang="en-US" dirty="0"/>
            <a:t>Community view of the database. This level describes what data is stored in database and relationships among the data.</a:t>
          </a:r>
        </a:p>
      </dgm:t>
    </dgm:pt>
    <dgm:pt modelId="{7E8971A5-E5E3-43EB-8FF2-FFE9472D2162}" type="parTrans" cxnId="{14690F09-922F-4A34-9C2E-F7B14547D6BD}">
      <dgm:prSet/>
      <dgm:spPr/>
      <dgm:t>
        <a:bodyPr/>
        <a:lstStyle/>
        <a:p>
          <a:endParaRPr lang="en-US"/>
        </a:p>
      </dgm:t>
    </dgm:pt>
    <dgm:pt modelId="{97A440C9-E188-40BB-B85F-CE985C37BEB7}" type="sibTrans" cxnId="{14690F09-922F-4A34-9C2E-F7B14547D6BD}">
      <dgm:prSet/>
      <dgm:spPr/>
      <dgm:t>
        <a:bodyPr/>
        <a:lstStyle/>
        <a:p>
          <a:endParaRPr lang="en-US"/>
        </a:p>
      </dgm:t>
    </dgm:pt>
    <dgm:pt modelId="{FBED5037-EF7F-4FD9-9F03-E9795597DFCA}">
      <dgm:prSet/>
      <dgm:spPr/>
      <dgm:t>
        <a:bodyPr/>
        <a:lstStyle/>
        <a:p>
          <a:r>
            <a:rPr lang="en-US" b="1"/>
            <a:t>Example:</a:t>
          </a:r>
          <a:endParaRPr lang="en-US"/>
        </a:p>
      </dgm:t>
    </dgm:pt>
    <dgm:pt modelId="{268DED52-F234-4A5B-AF55-E9BAC197A4D2}" type="parTrans" cxnId="{9915DF2B-4002-41B1-A2F1-94527EF95361}">
      <dgm:prSet/>
      <dgm:spPr/>
      <dgm:t>
        <a:bodyPr/>
        <a:lstStyle/>
        <a:p>
          <a:endParaRPr lang="en-US"/>
        </a:p>
      </dgm:t>
    </dgm:pt>
    <dgm:pt modelId="{32218758-7BCB-477E-B754-30615CB32209}" type="sibTrans" cxnId="{9915DF2B-4002-41B1-A2F1-94527EF95361}">
      <dgm:prSet/>
      <dgm:spPr/>
      <dgm:t>
        <a:bodyPr/>
        <a:lstStyle/>
        <a:p>
          <a:endParaRPr lang="en-US"/>
        </a:p>
      </dgm:t>
    </dgm:pt>
    <dgm:pt modelId="{380465E2-CE8E-4C6B-9CD2-993AB0D7F39B}">
      <dgm:prSet/>
      <dgm:spPr/>
      <dgm:t>
        <a:bodyPr/>
        <a:lstStyle/>
        <a:p>
          <a:r>
            <a:rPr lang="en-US"/>
            <a:t>A relational schema with tables, columns, keys, and relationships.</a:t>
          </a:r>
        </a:p>
      </dgm:t>
    </dgm:pt>
    <dgm:pt modelId="{DF6E6129-5118-463D-82DD-7A9032AE6487}" type="parTrans" cxnId="{F2FAADD5-EC1E-40BD-9724-4B8D55960537}">
      <dgm:prSet/>
      <dgm:spPr/>
      <dgm:t>
        <a:bodyPr/>
        <a:lstStyle/>
        <a:p>
          <a:endParaRPr lang="en-US"/>
        </a:p>
      </dgm:t>
    </dgm:pt>
    <dgm:pt modelId="{FF39A699-8405-4AA8-A38C-B4BC402DE88E}" type="sibTrans" cxnId="{F2FAADD5-EC1E-40BD-9724-4B8D55960537}">
      <dgm:prSet/>
      <dgm:spPr/>
      <dgm:t>
        <a:bodyPr/>
        <a:lstStyle/>
        <a:p>
          <a:endParaRPr lang="en-US"/>
        </a:p>
      </dgm:t>
    </dgm:pt>
    <dgm:pt modelId="{859BF7E1-7BCD-42EB-BE39-6D1E11060E33}" type="pres">
      <dgm:prSet presAssocID="{11782891-024C-40B0-82BD-066DD7909386}" presName="linear" presStyleCnt="0">
        <dgm:presLayoutVars>
          <dgm:animLvl val="lvl"/>
          <dgm:resizeHandles val="exact"/>
        </dgm:presLayoutVars>
      </dgm:prSet>
      <dgm:spPr/>
    </dgm:pt>
    <dgm:pt modelId="{C2AB9F37-A45C-4522-B6F6-87255D7BD288}" type="pres">
      <dgm:prSet presAssocID="{07776577-9BB1-49EC-890E-C2F5E94E85B3}" presName="parentText" presStyleLbl="node1" presStyleIdx="0" presStyleCnt="1">
        <dgm:presLayoutVars>
          <dgm:chMax val="0"/>
          <dgm:bulletEnabled val="1"/>
        </dgm:presLayoutVars>
      </dgm:prSet>
      <dgm:spPr/>
    </dgm:pt>
    <dgm:pt modelId="{18FA86A7-FAE8-478D-9598-DE1103CD9D01}" type="pres">
      <dgm:prSet presAssocID="{07776577-9BB1-49EC-890E-C2F5E94E85B3}" presName="childText" presStyleLbl="revTx" presStyleIdx="0" presStyleCnt="1">
        <dgm:presLayoutVars>
          <dgm:bulletEnabled val="1"/>
        </dgm:presLayoutVars>
      </dgm:prSet>
      <dgm:spPr/>
    </dgm:pt>
  </dgm:ptLst>
  <dgm:cxnLst>
    <dgm:cxn modelId="{50C3A405-4164-417A-8425-1D2A126883AB}" type="presOf" srcId="{380465E2-CE8E-4C6B-9CD2-993AB0D7F39B}" destId="{18FA86A7-FAE8-478D-9598-DE1103CD9D01}" srcOrd="0" destOrd="5" presId="urn:microsoft.com/office/officeart/2005/8/layout/vList2"/>
    <dgm:cxn modelId="{14690F09-922F-4A34-9C2E-F7B14547D6BD}" srcId="{07776577-9BB1-49EC-890E-C2F5E94E85B3}" destId="{0308276C-9D9D-4C50-92BC-A8F0ED8E29AA}" srcOrd="3" destOrd="0" parTransId="{7E8971A5-E5E3-43EB-8FF2-FFE9472D2162}" sibTransId="{97A440C9-E188-40BB-B85F-CE985C37BEB7}"/>
    <dgm:cxn modelId="{9915DF2B-4002-41B1-A2F1-94527EF95361}" srcId="{07776577-9BB1-49EC-890E-C2F5E94E85B3}" destId="{FBED5037-EF7F-4FD9-9F03-E9795597DFCA}" srcOrd="4" destOrd="0" parTransId="{268DED52-F234-4A5B-AF55-E9BAC197A4D2}" sibTransId="{32218758-7BCB-477E-B754-30615CB32209}"/>
    <dgm:cxn modelId="{FFAD912C-8A7E-4057-A215-5171C8586188}" type="presOf" srcId="{7E51FB87-1680-4599-9856-E23DE132C897}" destId="{18FA86A7-FAE8-478D-9598-DE1103CD9D01}" srcOrd="0" destOrd="0" presId="urn:microsoft.com/office/officeart/2005/8/layout/vList2"/>
    <dgm:cxn modelId="{CAC3043D-DA11-4531-BCBA-E2DD6AB5E0D2}" srcId="{07776577-9BB1-49EC-890E-C2F5E94E85B3}" destId="{7E51FB87-1680-4599-9856-E23DE132C897}" srcOrd="0" destOrd="0" parTransId="{1D35E7AF-DEEE-40A9-8430-F8F110E49878}" sibTransId="{A4CE456D-C55A-44F9-AA3C-AA798C4BC540}"/>
    <dgm:cxn modelId="{777ACD41-50AC-4151-90BD-3FC32FF20604}" type="presOf" srcId="{4D2FBE59-013F-4AE3-B373-BAA4CC2D5701}" destId="{18FA86A7-FAE8-478D-9598-DE1103CD9D01}" srcOrd="0" destOrd="2" presId="urn:microsoft.com/office/officeart/2005/8/layout/vList2"/>
    <dgm:cxn modelId="{2CF51D66-B011-4CA0-B605-8FBC53921A9D}" type="presOf" srcId="{11782891-024C-40B0-82BD-066DD7909386}" destId="{859BF7E1-7BCD-42EB-BE39-6D1E11060E33}" srcOrd="0" destOrd="0" presId="urn:microsoft.com/office/officeart/2005/8/layout/vList2"/>
    <dgm:cxn modelId="{A0C80767-47A3-4C2F-9A25-0536A583CC0F}" type="presOf" srcId="{4A0B36BE-C674-46E0-83D4-8ABB9492CBED}" destId="{18FA86A7-FAE8-478D-9598-DE1103CD9D01}" srcOrd="0" destOrd="1" presId="urn:microsoft.com/office/officeart/2005/8/layout/vList2"/>
    <dgm:cxn modelId="{B578154B-1F6C-4AC4-8293-CC70BC345E5D}" srcId="{07776577-9BB1-49EC-890E-C2F5E94E85B3}" destId="{4A0B36BE-C674-46E0-83D4-8ABB9492CBED}" srcOrd="1" destOrd="0" parTransId="{B6FC5FBC-417C-49E7-9453-8F1E70EA7CCE}" sibTransId="{D983BA8F-A396-4D4D-9139-FE4DDD3C5250}"/>
    <dgm:cxn modelId="{93E9DF7A-3BA5-48D5-BCA3-19212809C380}" type="presOf" srcId="{FBED5037-EF7F-4FD9-9F03-E9795597DFCA}" destId="{18FA86A7-FAE8-478D-9598-DE1103CD9D01}" srcOrd="0" destOrd="4" presId="urn:microsoft.com/office/officeart/2005/8/layout/vList2"/>
    <dgm:cxn modelId="{7436CF89-2F2D-4C3F-80CA-D857F37F5D25}" type="presOf" srcId="{07776577-9BB1-49EC-890E-C2F5E94E85B3}" destId="{C2AB9F37-A45C-4522-B6F6-87255D7BD288}" srcOrd="0" destOrd="0" presId="urn:microsoft.com/office/officeart/2005/8/layout/vList2"/>
    <dgm:cxn modelId="{BB3BFDB1-DD13-4DB1-B0F1-1BB26CCA9CB6}" srcId="{07776577-9BB1-49EC-890E-C2F5E94E85B3}" destId="{4D2FBE59-013F-4AE3-B373-BAA4CC2D5701}" srcOrd="2" destOrd="0" parTransId="{4BD086BC-10CD-4395-9693-60F963889D0D}" sibTransId="{A6FDBF9F-2D42-458B-901E-40055F88D220}"/>
    <dgm:cxn modelId="{A64215B5-BDAA-4A62-AC4C-A93EE459C8AC}" type="presOf" srcId="{0308276C-9D9D-4C50-92BC-A8F0ED8E29AA}" destId="{18FA86A7-FAE8-478D-9598-DE1103CD9D01}" srcOrd="0" destOrd="3" presId="urn:microsoft.com/office/officeart/2005/8/layout/vList2"/>
    <dgm:cxn modelId="{F2FAADD5-EC1E-40BD-9724-4B8D55960537}" srcId="{FBED5037-EF7F-4FD9-9F03-E9795597DFCA}" destId="{380465E2-CE8E-4C6B-9CD2-993AB0D7F39B}" srcOrd="0" destOrd="0" parTransId="{DF6E6129-5118-463D-82DD-7A9032AE6487}" sibTransId="{FF39A699-8405-4AA8-A38C-B4BC402DE88E}"/>
    <dgm:cxn modelId="{A04ED1F3-721A-4DBE-BF16-D084A808A3F7}" srcId="{11782891-024C-40B0-82BD-066DD7909386}" destId="{07776577-9BB1-49EC-890E-C2F5E94E85B3}" srcOrd="0" destOrd="0" parTransId="{1D644F57-DB86-44C2-98C2-02B47DE1A735}" sibTransId="{E956FB35-BD96-45ED-956B-FAFAA10FFADD}"/>
    <dgm:cxn modelId="{99090523-C6CB-4E5B-AB50-F918A543BF6C}" type="presParOf" srcId="{859BF7E1-7BCD-42EB-BE39-6D1E11060E33}" destId="{C2AB9F37-A45C-4522-B6F6-87255D7BD288}" srcOrd="0" destOrd="0" presId="urn:microsoft.com/office/officeart/2005/8/layout/vList2"/>
    <dgm:cxn modelId="{3F231758-942A-4F54-8824-5F444D9A459B}" type="presParOf" srcId="{859BF7E1-7BCD-42EB-BE39-6D1E11060E33}" destId="{18FA86A7-FAE8-478D-9598-DE1103CD9D0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A59A5E6-B429-4E68-B115-00C15E7B924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2BE27D0-63F3-4152-8AB3-9B7D68799C51}">
      <dgm:prSet/>
      <dgm:spPr/>
      <dgm:t>
        <a:bodyPr/>
        <a:lstStyle/>
        <a:p>
          <a:r>
            <a:rPr lang="en-US" b="1" dirty="0"/>
            <a:t>E-Commerce:</a:t>
          </a:r>
          <a:endParaRPr lang="en-US" dirty="0"/>
        </a:p>
      </dgm:t>
    </dgm:pt>
    <dgm:pt modelId="{2B390275-6DC7-4FBB-B921-FB6816E83D10}" type="parTrans" cxnId="{02008745-1D03-4AA0-A8E8-86CCE19BB32C}">
      <dgm:prSet/>
      <dgm:spPr/>
      <dgm:t>
        <a:bodyPr/>
        <a:lstStyle/>
        <a:p>
          <a:endParaRPr lang="en-US"/>
        </a:p>
      </dgm:t>
    </dgm:pt>
    <dgm:pt modelId="{BBAE6BC0-37E0-40D2-BF02-BDDECB40E89C}" type="sibTrans" cxnId="{02008745-1D03-4AA0-A8E8-86CCE19BB32C}">
      <dgm:prSet/>
      <dgm:spPr/>
      <dgm:t>
        <a:bodyPr/>
        <a:lstStyle/>
        <a:p>
          <a:endParaRPr lang="en-US"/>
        </a:p>
      </dgm:t>
    </dgm:pt>
    <dgm:pt modelId="{8A42CBED-539A-4BF2-9DE5-DAAC3B16027F}">
      <dgm:prSet/>
      <dgm:spPr/>
      <dgm:t>
        <a:bodyPr/>
        <a:lstStyle/>
        <a:p>
          <a:r>
            <a:rPr lang="en-US" b="1" dirty="0"/>
            <a:t>External Level:</a:t>
          </a:r>
          <a:r>
            <a:rPr lang="en-US" dirty="0"/>
            <a:t> Customers see product categories, while inventory managers see stock levels.</a:t>
          </a:r>
        </a:p>
      </dgm:t>
    </dgm:pt>
    <dgm:pt modelId="{4E43B563-D19B-495A-B14B-06C5E5E7220E}" type="parTrans" cxnId="{4EE19BD6-0DE9-454B-AFCA-F6F2BBF64EA8}">
      <dgm:prSet/>
      <dgm:spPr/>
      <dgm:t>
        <a:bodyPr/>
        <a:lstStyle/>
        <a:p>
          <a:endParaRPr lang="en-US"/>
        </a:p>
      </dgm:t>
    </dgm:pt>
    <dgm:pt modelId="{BD801D8D-3DE4-494A-8616-4F9C6E9095A7}" type="sibTrans" cxnId="{4EE19BD6-0DE9-454B-AFCA-F6F2BBF64EA8}">
      <dgm:prSet/>
      <dgm:spPr/>
      <dgm:t>
        <a:bodyPr/>
        <a:lstStyle/>
        <a:p>
          <a:endParaRPr lang="en-US"/>
        </a:p>
      </dgm:t>
    </dgm:pt>
    <dgm:pt modelId="{F214D083-13BA-49C7-ACE5-B85B07748A74}">
      <dgm:prSet/>
      <dgm:spPr/>
      <dgm:t>
        <a:bodyPr/>
        <a:lstStyle/>
        <a:p>
          <a:r>
            <a:rPr lang="en-US" b="1"/>
            <a:t>Conceptual Level:</a:t>
          </a:r>
          <a:r>
            <a:rPr lang="en-US"/>
            <a:t> Defines relationships between products, orders, and customers.</a:t>
          </a:r>
        </a:p>
      </dgm:t>
    </dgm:pt>
    <dgm:pt modelId="{0118D19E-0ED5-4A92-8680-F6F7355143BB}" type="parTrans" cxnId="{43890108-41CB-4469-9BF2-013FA8C515EE}">
      <dgm:prSet/>
      <dgm:spPr/>
      <dgm:t>
        <a:bodyPr/>
        <a:lstStyle/>
        <a:p>
          <a:endParaRPr lang="en-US"/>
        </a:p>
      </dgm:t>
    </dgm:pt>
    <dgm:pt modelId="{78A0EDE1-00AB-47ED-A49B-2CE1382F9F76}" type="sibTrans" cxnId="{43890108-41CB-4469-9BF2-013FA8C515EE}">
      <dgm:prSet/>
      <dgm:spPr/>
      <dgm:t>
        <a:bodyPr/>
        <a:lstStyle/>
        <a:p>
          <a:endParaRPr lang="en-US"/>
        </a:p>
      </dgm:t>
    </dgm:pt>
    <dgm:pt modelId="{D96FBDAA-C6BB-48AA-8246-8B7CBD757320}">
      <dgm:prSet/>
      <dgm:spPr/>
      <dgm:t>
        <a:bodyPr/>
        <a:lstStyle/>
        <a:p>
          <a:r>
            <a:rPr lang="en-US" b="1"/>
            <a:t>Internal Level:</a:t>
          </a:r>
          <a:r>
            <a:rPr lang="en-US"/>
            <a:t> Products and orders are stored physically with indexing for quick access.</a:t>
          </a:r>
        </a:p>
      </dgm:t>
    </dgm:pt>
    <dgm:pt modelId="{D694496D-AA3E-48BE-B326-55E9E1FA2E20}" type="parTrans" cxnId="{0BDCC5D0-412F-4243-B5E5-F19AD87C3889}">
      <dgm:prSet/>
      <dgm:spPr/>
      <dgm:t>
        <a:bodyPr/>
        <a:lstStyle/>
        <a:p>
          <a:endParaRPr lang="en-US"/>
        </a:p>
      </dgm:t>
    </dgm:pt>
    <dgm:pt modelId="{0C970B80-2FBF-48C7-B205-4E19C292229A}" type="sibTrans" cxnId="{0BDCC5D0-412F-4243-B5E5-F19AD87C3889}">
      <dgm:prSet/>
      <dgm:spPr/>
      <dgm:t>
        <a:bodyPr/>
        <a:lstStyle/>
        <a:p>
          <a:endParaRPr lang="en-US"/>
        </a:p>
      </dgm:t>
    </dgm:pt>
    <dgm:pt modelId="{74812A16-B038-49F7-A33B-C590FA8603DB}" type="pres">
      <dgm:prSet presAssocID="{3A59A5E6-B429-4E68-B115-00C15E7B924F}" presName="linear" presStyleCnt="0">
        <dgm:presLayoutVars>
          <dgm:animLvl val="lvl"/>
          <dgm:resizeHandles val="exact"/>
        </dgm:presLayoutVars>
      </dgm:prSet>
      <dgm:spPr/>
    </dgm:pt>
    <dgm:pt modelId="{3B62CF0C-2E0E-4582-9211-BAFC0C781863}" type="pres">
      <dgm:prSet presAssocID="{E2BE27D0-63F3-4152-8AB3-9B7D68799C51}" presName="parentText" presStyleLbl="node1" presStyleIdx="0" presStyleCnt="1">
        <dgm:presLayoutVars>
          <dgm:chMax val="0"/>
          <dgm:bulletEnabled val="1"/>
        </dgm:presLayoutVars>
      </dgm:prSet>
      <dgm:spPr/>
    </dgm:pt>
    <dgm:pt modelId="{F74AA3BC-7DE7-4E00-88B0-B95E08D9E666}" type="pres">
      <dgm:prSet presAssocID="{E2BE27D0-63F3-4152-8AB3-9B7D68799C51}" presName="childText" presStyleLbl="revTx" presStyleIdx="0" presStyleCnt="1">
        <dgm:presLayoutVars>
          <dgm:bulletEnabled val="1"/>
        </dgm:presLayoutVars>
      </dgm:prSet>
      <dgm:spPr/>
    </dgm:pt>
  </dgm:ptLst>
  <dgm:cxnLst>
    <dgm:cxn modelId="{43890108-41CB-4469-9BF2-013FA8C515EE}" srcId="{E2BE27D0-63F3-4152-8AB3-9B7D68799C51}" destId="{F214D083-13BA-49C7-ACE5-B85B07748A74}" srcOrd="1" destOrd="0" parTransId="{0118D19E-0ED5-4A92-8680-F6F7355143BB}" sibTransId="{78A0EDE1-00AB-47ED-A49B-2CE1382F9F76}"/>
    <dgm:cxn modelId="{02008745-1D03-4AA0-A8E8-86CCE19BB32C}" srcId="{3A59A5E6-B429-4E68-B115-00C15E7B924F}" destId="{E2BE27D0-63F3-4152-8AB3-9B7D68799C51}" srcOrd="0" destOrd="0" parTransId="{2B390275-6DC7-4FBB-B921-FB6816E83D10}" sibTransId="{BBAE6BC0-37E0-40D2-BF02-BDDECB40E89C}"/>
    <dgm:cxn modelId="{89D526A8-AFC4-4FBE-80FE-FA7788042D56}" type="presOf" srcId="{E2BE27D0-63F3-4152-8AB3-9B7D68799C51}" destId="{3B62CF0C-2E0E-4582-9211-BAFC0C781863}" srcOrd="0" destOrd="0" presId="urn:microsoft.com/office/officeart/2005/8/layout/vList2"/>
    <dgm:cxn modelId="{1DF292CF-4F10-42D5-8E16-06F0B79BF717}" type="presOf" srcId="{8A42CBED-539A-4BF2-9DE5-DAAC3B16027F}" destId="{F74AA3BC-7DE7-4E00-88B0-B95E08D9E666}" srcOrd="0" destOrd="0" presId="urn:microsoft.com/office/officeart/2005/8/layout/vList2"/>
    <dgm:cxn modelId="{0BDCC5D0-412F-4243-B5E5-F19AD87C3889}" srcId="{E2BE27D0-63F3-4152-8AB3-9B7D68799C51}" destId="{D96FBDAA-C6BB-48AA-8246-8B7CBD757320}" srcOrd="2" destOrd="0" parTransId="{D694496D-AA3E-48BE-B326-55E9E1FA2E20}" sibTransId="{0C970B80-2FBF-48C7-B205-4E19C292229A}"/>
    <dgm:cxn modelId="{4EE19BD6-0DE9-454B-AFCA-F6F2BBF64EA8}" srcId="{E2BE27D0-63F3-4152-8AB3-9B7D68799C51}" destId="{8A42CBED-539A-4BF2-9DE5-DAAC3B16027F}" srcOrd="0" destOrd="0" parTransId="{4E43B563-D19B-495A-B14B-06C5E5E7220E}" sibTransId="{BD801D8D-3DE4-494A-8616-4F9C6E9095A7}"/>
    <dgm:cxn modelId="{583FB7E9-5332-4D72-9F0A-C1730546AE86}" type="presOf" srcId="{F214D083-13BA-49C7-ACE5-B85B07748A74}" destId="{F74AA3BC-7DE7-4E00-88B0-B95E08D9E666}" srcOrd="0" destOrd="1" presId="urn:microsoft.com/office/officeart/2005/8/layout/vList2"/>
    <dgm:cxn modelId="{D6E756F5-685F-4A03-A8A3-9D67318C2A0A}" type="presOf" srcId="{D96FBDAA-C6BB-48AA-8246-8B7CBD757320}" destId="{F74AA3BC-7DE7-4E00-88B0-B95E08D9E666}" srcOrd="0" destOrd="2" presId="urn:microsoft.com/office/officeart/2005/8/layout/vList2"/>
    <dgm:cxn modelId="{AB3A19FE-9AC9-4C06-8ED8-F2F279F2DE76}" type="presOf" srcId="{3A59A5E6-B429-4E68-B115-00C15E7B924F}" destId="{74812A16-B038-49F7-A33B-C590FA8603DB}" srcOrd="0" destOrd="0" presId="urn:microsoft.com/office/officeart/2005/8/layout/vList2"/>
    <dgm:cxn modelId="{0D6707B0-92EF-4C22-9F88-5C16DC1987D0}" type="presParOf" srcId="{74812A16-B038-49F7-A33B-C590FA8603DB}" destId="{3B62CF0C-2E0E-4582-9211-BAFC0C781863}" srcOrd="0" destOrd="0" presId="urn:microsoft.com/office/officeart/2005/8/layout/vList2"/>
    <dgm:cxn modelId="{313E4A15-BD52-45DC-B879-47E57106E43F}" type="presParOf" srcId="{74812A16-B038-49F7-A33B-C590FA8603DB}" destId="{F74AA3BC-7DE7-4E00-88B0-B95E08D9E666}"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8FBAA5-2466-4105-94DD-F186603009AB}">
      <dsp:nvSpPr>
        <dsp:cNvPr id="0" name=""/>
        <dsp:cNvSpPr/>
      </dsp:nvSpPr>
      <dsp:spPr>
        <a:xfrm>
          <a:off x="0" y="28110"/>
          <a:ext cx="6451943" cy="107406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Database architecture refers to the design and structure of a database system.</a:t>
          </a:r>
        </a:p>
      </dsp:txBody>
      <dsp:txXfrm>
        <a:off x="52431" y="80541"/>
        <a:ext cx="6347081" cy="969198"/>
      </dsp:txXfrm>
    </dsp:sp>
    <dsp:sp modelId="{23055162-7835-40DD-875E-1CDD9FD44A7C}">
      <dsp:nvSpPr>
        <dsp:cNvPr id="0" name=""/>
        <dsp:cNvSpPr/>
      </dsp:nvSpPr>
      <dsp:spPr>
        <a:xfrm>
          <a:off x="0" y="1179931"/>
          <a:ext cx="6451943" cy="1074060"/>
        </a:xfrm>
        <a:prstGeom prst="roundRect">
          <a:avLst/>
        </a:prstGeom>
        <a:solidFill>
          <a:schemeClr val="accent3">
            <a:hueOff val="4927703"/>
            <a:satOff val="-26639"/>
            <a:lumOff val="-98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Determines how data is stored, accessed, and managed.</a:t>
          </a:r>
        </a:p>
      </dsp:txBody>
      <dsp:txXfrm>
        <a:off x="52431" y="1232362"/>
        <a:ext cx="6347081" cy="969198"/>
      </dsp:txXfrm>
    </dsp:sp>
    <dsp:sp modelId="{13504CDB-05D3-4516-B04E-5458877DD463}">
      <dsp:nvSpPr>
        <dsp:cNvPr id="0" name=""/>
        <dsp:cNvSpPr/>
      </dsp:nvSpPr>
      <dsp:spPr>
        <a:xfrm>
          <a:off x="0" y="2331751"/>
          <a:ext cx="6451943" cy="1074060"/>
        </a:xfrm>
        <a:prstGeom prst="roundRect">
          <a:avLst/>
        </a:prstGeom>
        <a:solidFill>
          <a:schemeClr val="accent3">
            <a:hueOff val="9855406"/>
            <a:satOff val="-53278"/>
            <a:lumOff val="-196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Importance:</a:t>
          </a:r>
          <a:endParaRPr lang="en-US" sz="2700" kern="1200"/>
        </a:p>
      </dsp:txBody>
      <dsp:txXfrm>
        <a:off x="52431" y="2384182"/>
        <a:ext cx="6347081" cy="969198"/>
      </dsp:txXfrm>
    </dsp:sp>
    <dsp:sp modelId="{10DEB8C4-F88B-4DA4-AFE7-F79EABA75B68}">
      <dsp:nvSpPr>
        <dsp:cNvPr id="0" name=""/>
        <dsp:cNvSpPr/>
      </dsp:nvSpPr>
      <dsp:spPr>
        <a:xfrm>
          <a:off x="0" y="3405811"/>
          <a:ext cx="6451943" cy="103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4849"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Ensures efficient data handling.</a:t>
          </a:r>
        </a:p>
        <a:p>
          <a:pPr marL="228600" lvl="1" indent="-228600" algn="l" defTabSz="933450">
            <a:lnSpc>
              <a:spcPct val="90000"/>
            </a:lnSpc>
            <a:spcBef>
              <a:spcPct val="0"/>
            </a:spcBef>
            <a:spcAft>
              <a:spcPct val="20000"/>
            </a:spcAft>
            <a:buChar char="•"/>
          </a:pPr>
          <a:r>
            <a:rPr lang="en-US" sz="2100" kern="1200"/>
            <a:t>Supports scalability, security, and multi-user environments.</a:t>
          </a:r>
        </a:p>
      </dsp:txBody>
      <dsp:txXfrm>
        <a:off x="0" y="3405811"/>
        <a:ext cx="6451943" cy="1033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DDFE99-0EE4-4907-9AF6-E39613C0BE5F}">
      <dsp:nvSpPr>
        <dsp:cNvPr id="0" name=""/>
        <dsp:cNvSpPr/>
      </dsp:nvSpPr>
      <dsp:spPr>
        <a:xfrm>
          <a:off x="0" y="617088"/>
          <a:ext cx="9872663" cy="11392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18B25A-4F12-4A30-BD9B-A6AC192B0EC7}">
      <dsp:nvSpPr>
        <dsp:cNvPr id="0" name=""/>
        <dsp:cNvSpPr/>
      </dsp:nvSpPr>
      <dsp:spPr>
        <a:xfrm>
          <a:off x="344620" y="873418"/>
          <a:ext cx="626582" cy="626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2C5B4E-F9DC-4F52-BC3D-A1E13AC43DFF}">
      <dsp:nvSpPr>
        <dsp:cNvPr id="0" name=""/>
        <dsp:cNvSpPr/>
      </dsp:nvSpPr>
      <dsp:spPr>
        <a:xfrm>
          <a:off x="1315823" y="617088"/>
          <a:ext cx="8556839" cy="1139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570" tIns="120570" rIns="120570" bIns="120570" numCol="1" spcCol="1270" anchor="ctr" anchorCtr="0">
          <a:noAutofit/>
        </a:bodyPr>
        <a:lstStyle/>
        <a:p>
          <a:pPr marL="0" lvl="0" indent="0" algn="l" defTabSz="933450">
            <a:lnSpc>
              <a:spcPct val="90000"/>
            </a:lnSpc>
            <a:spcBef>
              <a:spcPct val="0"/>
            </a:spcBef>
            <a:spcAft>
              <a:spcPct val="35000"/>
            </a:spcAft>
            <a:buNone/>
          </a:pPr>
          <a:r>
            <a:rPr lang="en-US" sz="2100" kern="1200"/>
            <a:t>The ANSI-SPARC Three-Level Architecture is a framework proposed by the </a:t>
          </a:r>
          <a:r>
            <a:rPr lang="en-US" sz="2100" b="1" kern="1200"/>
            <a:t>American National Standards Institute (ANSI) </a:t>
          </a:r>
          <a:r>
            <a:rPr lang="en-US" sz="2100" kern="1200"/>
            <a:t>and the </a:t>
          </a:r>
          <a:r>
            <a:rPr lang="en-US" sz="2100" b="1" kern="1200"/>
            <a:t>Standards Planning and Requirements Committee (SPARC). </a:t>
          </a:r>
          <a:endParaRPr lang="en-US" sz="2100" kern="1200"/>
        </a:p>
      </dsp:txBody>
      <dsp:txXfrm>
        <a:off x="1315823" y="617088"/>
        <a:ext cx="8556839" cy="1139241"/>
      </dsp:txXfrm>
    </dsp:sp>
    <dsp:sp modelId="{B5468F80-58C5-4684-8FC1-797493B5F746}">
      <dsp:nvSpPr>
        <dsp:cNvPr id="0" name=""/>
        <dsp:cNvSpPr/>
      </dsp:nvSpPr>
      <dsp:spPr>
        <a:xfrm>
          <a:off x="0" y="2041140"/>
          <a:ext cx="9872663" cy="11392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C2C0A0-1EF7-434B-9BB4-F13738B5D9F3}">
      <dsp:nvSpPr>
        <dsp:cNvPr id="0" name=""/>
        <dsp:cNvSpPr/>
      </dsp:nvSpPr>
      <dsp:spPr>
        <a:xfrm>
          <a:off x="344620" y="2297469"/>
          <a:ext cx="626582" cy="626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0FC5C5-6DA4-428A-80AE-86A757FF3680}">
      <dsp:nvSpPr>
        <dsp:cNvPr id="0" name=""/>
        <dsp:cNvSpPr/>
      </dsp:nvSpPr>
      <dsp:spPr>
        <a:xfrm>
          <a:off x="1315823" y="2041140"/>
          <a:ext cx="8556839" cy="1139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570" tIns="120570" rIns="120570" bIns="120570" numCol="1" spcCol="1270" anchor="ctr" anchorCtr="0">
          <a:noAutofit/>
        </a:bodyPr>
        <a:lstStyle/>
        <a:p>
          <a:pPr marL="0" lvl="0" indent="0" algn="l" defTabSz="933450">
            <a:lnSpc>
              <a:spcPct val="90000"/>
            </a:lnSpc>
            <a:spcBef>
              <a:spcPct val="0"/>
            </a:spcBef>
            <a:spcAft>
              <a:spcPct val="35000"/>
            </a:spcAft>
            <a:buNone/>
          </a:pPr>
          <a:r>
            <a:rPr lang="en-US" sz="2100" kern="1200"/>
            <a:t>It is a logical database architecture designed to separate the user's view of the database from its physical storage.</a:t>
          </a:r>
        </a:p>
      </dsp:txBody>
      <dsp:txXfrm>
        <a:off x="1315823" y="2041140"/>
        <a:ext cx="8556839" cy="11392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D8F171-6FA5-4DBC-BCEB-0FB766C8384C}">
      <dsp:nvSpPr>
        <dsp:cNvPr id="0" name=""/>
        <dsp:cNvSpPr/>
      </dsp:nvSpPr>
      <dsp:spPr>
        <a:xfrm>
          <a:off x="650346" y="465359"/>
          <a:ext cx="1030640" cy="10306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69B558-F3F6-4A57-8100-4D2D190CD55D}">
      <dsp:nvSpPr>
        <dsp:cNvPr id="0" name=""/>
        <dsp:cNvSpPr/>
      </dsp:nvSpPr>
      <dsp:spPr>
        <a:xfrm>
          <a:off x="3979" y="1640124"/>
          <a:ext cx="2944687" cy="441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90000"/>
            </a:lnSpc>
            <a:spcBef>
              <a:spcPct val="0"/>
            </a:spcBef>
            <a:spcAft>
              <a:spcPct val="35000"/>
            </a:spcAft>
            <a:buNone/>
            <a:defRPr b="1"/>
          </a:pPr>
          <a:r>
            <a:rPr lang="en-US" sz="3000" b="1" kern="1200"/>
            <a:t>External Level:</a:t>
          </a:r>
          <a:endParaRPr lang="en-US" sz="3000" kern="1200"/>
        </a:p>
      </dsp:txBody>
      <dsp:txXfrm>
        <a:off x="3979" y="1640124"/>
        <a:ext cx="2944687" cy="441703"/>
      </dsp:txXfrm>
    </dsp:sp>
    <dsp:sp modelId="{315596D7-2BCF-434E-A890-7FAB651CD6E3}">
      <dsp:nvSpPr>
        <dsp:cNvPr id="0" name=""/>
        <dsp:cNvSpPr/>
      </dsp:nvSpPr>
      <dsp:spPr>
        <a:xfrm>
          <a:off x="3979" y="2148861"/>
          <a:ext cx="2944687" cy="1668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Think of a restaurant menu. Different customers see the menu with dishes relevant to their preferences (vegetarian, non-vegetarian), without needing to know the recipes or kitchen operations.</a:t>
          </a:r>
        </a:p>
      </dsp:txBody>
      <dsp:txXfrm>
        <a:off x="3979" y="2148861"/>
        <a:ext cx="2944687" cy="1668218"/>
      </dsp:txXfrm>
    </dsp:sp>
    <dsp:sp modelId="{24E445D8-2ECD-4F6C-9530-43B5628248FF}">
      <dsp:nvSpPr>
        <dsp:cNvPr id="0" name=""/>
        <dsp:cNvSpPr/>
      </dsp:nvSpPr>
      <dsp:spPr>
        <a:xfrm>
          <a:off x="4110354" y="465359"/>
          <a:ext cx="1030640" cy="10306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F596C9-0F9B-4478-AE75-934F444537CF}">
      <dsp:nvSpPr>
        <dsp:cNvPr id="0" name=""/>
        <dsp:cNvSpPr/>
      </dsp:nvSpPr>
      <dsp:spPr>
        <a:xfrm>
          <a:off x="3463987" y="1640124"/>
          <a:ext cx="2944687" cy="441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90000"/>
            </a:lnSpc>
            <a:spcBef>
              <a:spcPct val="0"/>
            </a:spcBef>
            <a:spcAft>
              <a:spcPct val="35000"/>
            </a:spcAft>
            <a:buNone/>
            <a:defRPr b="1"/>
          </a:pPr>
          <a:r>
            <a:rPr lang="en-US" sz="3000" b="1" kern="1200"/>
            <a:t>Conceptual Level:</a:t>
          </a:r>
          <a:endParaRPr lang="en-US" sz="3000" kern="1200"/>
        </a:p>
      </dsp:txBody>
      <dsp:txXfrm>
        <a:off x="3463987" y="1640124"/>
        <a:ext cx="2944687" cy="441703"/>
      </dsp:txXfrm>
    </dsp:sp>
    <dsp:sp modelId="{FEA0C978-CBDB-44BD-A82D-EB58DC166899}">
      <dsp:nvSpPr>
        <dsp:cNvPr id="0" name=""/>
        <dsp:cNvSpPr/>
      </dsp:nvSpPr>
      <dsp:spPr>
        <a:xfrm>
          <a:off x="3463987" y="2148861"/>
          <a:ext cx="2944687" cy="1668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The chef’s recipe book represents the conceptual schema. It lists all dishes and their preparation steps, which is consistent for all customers.</a:t>
          </a:r>
        </a:p>
      </dsp:txBody>
      <dsp:txXfrm>
        <a:off x="3463987" y="2148861"/>
        <a:ext cx="2944687" cy="1668218"/>
      </dsp:txXfrm>
    </dsp:sp>
    <dsp:sp modelId="{9CA3FDE9-7407-4B47-8AAF-4666DBE9B38E}">
      <dsp:nvSpPr>
        <dsp:cNvPr id="0" name=""/>
        <dsp:cNvSpPr/>
      </dsp:nvSpPr>
      <dsp:spPr>
        <a:xfrm>
          <a:off x="7470420" y="465359"/>
          <a:ext cx="1030640" cy="10306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5836D8-0DCA-452B-B1DD-B0AA6359A3AC}">
      <dsp:nvSpPr>
        <dsp:cNvPr id="0" name=""/>
        <dsp:cNvSpPr/>
      </dsp:nvSpPr>
      <dsp:spPr>
        <a:xfrm>
          <a:off x="6923995" y="1640124"/>
          <a:ext cx="2944687" cy="441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90000"/>
            </a:lnSpc>
            <a:spcBef>
              <a:spcPct val="0"/>
            </a:spcBef>
            <a:spcAft>
              <a:spcPct val="35000"/>
            </a:spcAft>
            <a:buNone/>
            <a:defRPr b="1"/>
          </a:pPr>
          <a:r>
            <a:rPr lang="en-US" sz="3000" b="1" kern="1200"/>
            <a:t>Internal Level:</a:t>
          </a:r>
          <a:endParaRPr lang="en-US" sz="3000" kern="1200"/>
        </a:p>
      </dsp:txBody>
      <dsp:txXfrm>
        <a:off x="6923995" y="1640124"/>
        <a:ext cx="2944687" cy="441703"/>
      </dsp:txXfrm>
    </dsp:sp>
    <dsp:sp modelId="{B7D14BA7-7EAC-483E-8AE9-7643D66488B0}">
      <dsp:nvSpPr>
        <dsp:cNvPr id="0" name=""/>
        <dsp:cNvSpPr/>
      </dsp:nvSpPr>
      <dsp:spPr>
        <a:xfrm>
          <a:off x="6923995" y="2148861"/>
          <a:ext cx="2944687" cy="1668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The kitchen setup represents the internal level. It includes storage, ovens, and appliances required for cooking but hidden from the customers</a:t>
          </a:r>
        </a:p>
      </dsp:txBody>
      <dsp:txXfrm>
        <a:off x="6923995" y="2148861"/>
        <a:ext cx="2944687" cy="16682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619B8D-CDF9-4FCC-8F72-BD53C8913402}">
      <dsp:nvSpPr>
        <dsp:cNvPr id="0" name=""/>
        <dsp:cNvSpPr/>
      </dsp:nvSpPr>
      <dsp:spPr>
        <a:xfrm>
          <a:off x="0" y="354981"/>
          <a:ext cx="6993842" cy="8883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800" tIns="499872" rIns="54280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Allows changes at one level without affecting the others.</a:t>
          </a:r>
        </a:p>
      </dsp:txBody>
      <dsp:txXfrm>
        <a:off x="0" y="354981"/>
        <a:ext cx="6993842" cy="888300"/>
      </dsp:txXfrm>
    </dsp:sp>
    <dsp:sp modelId="{6A9FDC63-8C4A-42FF-BB69-C9DA0382AB27}">
      <dsp:nvSpPr>
        <dsp:cNvPr id="0" name=""/>
        <dsp:cNvSpPr/>
      </dsp:nvSpPr>
      <dsp:spPr>
        <a:xfrm>
          <a:off x="349692" y="741"/>
          <a:ext cx="4895689" cy="7084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5045" tIns="0" rIns="185045" bIns="0" numCol="1" spcCol="1270" anchor="ctr" anchorCtr="0">
          <a:noAutofit/>
        </a:bodyPr>
        <a:lstStyle/>
        <a:p>
          <a:pPr marL="0" lvl="0" indent="0" algn="l" defTabSz="800100">
            <a:lnSpc>
              <a:spcPct val="90000"/>
            </a:lnSpc>
            <a:spcBef>
              <a:spcPct val="0"/>
            </a:spcBef>
            <a:spcAft>
              <a:spcPct val="35000"/>
            </a:spcAft>
            <a:buNone/>
          </a:pPr>
          <a:r>
            <a:rPr lang="en-US" sz="1800" b="1" kern="1200"/>
            <a:t>Data Independence:</a:t>
          </a:r>
          <a:endParaRPr lang="en-US" sz="1800" kern="1200"/>
        </a:p>
      </dsp:txBody>
      <dsp:txXfrm>
        <a:off x="384277" y="35326"/>
        <a:ext cx="4826519" cy="639310"/>
      </dsp:txXfrm>
    </dsp:sp>
    <dsp:sp modelId="{24B9D19F-DD5D-4AA1-A952-71CB3150BFAA}">
      <dsp:nvSpPr>
        <dsp:cNvPr id="0" name=""/>
        <dsp:cNvSpPr/>
      </dsp:nvSpPr>
      <dsp:spPr>
        <a:xfrm>
          <a:off x="0" y="1727121"/>
          <a:ext cx="6993842" cy="888300"/>
        </a:xfrm>
        <a:prstGeom prst="rect">
          <a:avLst/>
        </a:prstGeom>
        <a:solidFill>
          <a:schemeClr val="lt1">
            <a:alpha val="90000"/>
            <a:hueOff val="0"/>
            <a:satOff val="0"/>
            <a:lumOff val="0"/>
            <a:alphaOff val="0"/>
          </a:schemeClr>
        </a:solidFill>
        <a:ln w="19050" cap="flat" cmpd="sng" algn="ctr">
          <a:solidFill>
            <a:schemeClr val="accent5">
              <a:hueOff val="3455556"/>
              <a:satOff val="-21418"/>
              <a:lumOff val="614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800" tIns="499872" rIns="54280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Supports multiple views of the data for different users.</a:t>
          </a:r>
        </a:p>
      </dsp:txBody>
      <dsp:txXfrm>
        <a:off x="0" y="1727121"/>
        <a:ext cx="6993842" cy="888300"/>
      </dsp:txXfrm>
    </dsp:sp>
    <dsp:sp modelId="{C89B701C-C5DF-4EC7-B3E7-1C6453AE1381}">
      <dsp:nvSpPr>
        <dsp:cNvPr id="0" name=""/>
        <dsp:cNvSpPr/>
      </dsp:nvSpPr>
      <dsp:spPr>
        <a:xfrm>
          <a:off x="349692" y="1372881"/>
          <a:ext cx="4895689" cy="708480"/>
        </a:xfrm>
        <a:prstGeom prst="roundRect">
          <a:avLst/>
        </a:prstGeom>
        <a:solidFill>
          <a:schemeClr val="accent5">
            <a:hueOff val="3455556"/>
            <a:satOff val="-21418"/>
            <a:lumOff val="614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5045" tIns="0" rIns="185045" bIns="0" numCol="1" spcCol="1270" anchor="ctr" anchorCtr="0">
          <a:noAutofit/>
        </a:bodyPr>
        <a:lstStyle/>
        <a:p>
          <a:pPr marL="0" lvl="0" indent="0" algn="l" defTabSz="800100">
            <a:lnSpc>
              <a:spcPct val="90000"/>
            </a:lnSpc>
            <a:spcBef>
              <a:spcPct val="0"/>
            </a:spcBef>
            <a:spcAft>
              <a:spcPct val="35000"/>
            </a:spcAft>
            <a:buNone/>
          </a:pPr>
          <a:r>
            <a:rPr lang="en-US" sz="1800" b="1" kern="1200"/>
            <a:t>Flexibility:</a:t>
          </a:r>
          <a:endParaRPr lang="en-US" sz="1800" kern="1200"/>
        </a:p>
      </dsp:txBody>
      <dsp:txXfrm>
        <a:off x="384277" y="1407466"/>
        <a:ext cx="4826519" cy="639310"/>
      </dsp:txXfrm>
    </dsp:sp>
    <dsp:sp modelId="{7064B586-76CB-4EC6-A8B4-22903F7CEFD9}">
      <dsp:nvSpPr>
        <dsp:cNvPr id="0" name=""/>
        <dsp:cNvSpPr/>
      </dsp:nvSpPr>
      <dsp:spPr>
        <a:xfrm>
          <a:off x="0" y="3099261"/>
          <a:ext cx="6993842" cy="1134000"/>
        </a:xfrm>
        <a:prstGeom prst="rect">
          <a:avLst/>
        </a:prstGeom>
        <a:solidFill>
          <a:schemeClr val="lt1">
            <a:alpha val="90000"/>
            <a:hueOff val="0"/>
            <a:satOff val="0"/>
            <a:lumOff val="0"/>
            <a:alphaOff val="0"/>
          </a:schemeClr>
        </a:solidFill>
        <a:ln w="19050" cap="flat" cmpd="sng" algn="ctr">
          <a:solidFill>
            <a:schemeClr val="accent5">
              <a:hueOff val="6911113"/>
              <a:satOff val="-42837"/>
              <a:lumOff val="1228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800" tIns="499872" rIns="54280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Hides complex details of physical data storage from users and applications.</a:t>
          </a:r>
        </a:p>
      </dsp:txBody>
      <dsp:txXfrm>
        <a:off x="0" y="3099261"/>
        <a:ext cx="6993842" cy="1134000"/>
      </dsp:txXfrm>
    </dsp:sp>
    <dsp:sp modelId="{70369AEC-2294-4758-AB6E-CCED748E7A02}">
      <dsp:nvSpPr>
        <dsp:cNvPr id="0" name=""/>
        <dsp:cNvSpPr/>
      </dsp:nvSpPr>
      <dsp:spPr>
        <a:xfrm>
          <a:off x="349692" y="2745021"/>
          <a:ext cx="4895689" cy="708480"/>
        </a:xfrm>
        <a:prstGeom prst="roundRect">
          <a:avLst/>
        </a:prstGeom>
        <a:solidFill>
          <a:schemeClr val="accent5">
            <a:hueOff val="6911113"/>
            <a:satOff val="-42837"/>
            <a:lumOff val="1228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5045" tIns="0" rIns="185045" bIns="0" numCol="1" spcCol="1270" anchor="ctr" anchorCtr="0">
          <a:noAutofit/>
        </a:bodyPr>
        <a:lstStyle/>
        <a:p>
          <a:pPr marL="0" lvl="0" indent="0" algn="l" defTabSz="800100">
            <a:lnSpc>
              <a:spcPct val="90000"/>
            </a:lnSpc>
            <a:spcBef>
              <a:spcPct val="0"/>
            </a:spcBef>
            <a:spcAft>
              <a:spcPct val="35000"/>
            </a:spcAft>
            <a:buNone/>
          </a:pPr>
          <a:r>
            <a:rPr lang="en-US" sz="1800" b="1" kern="1200"/>
            <a:t>Abstraction:</a:t>
          </a:r>
          <a:endParaRPr lang="en-US" sz="1800" kern="1200"/>
        </a:p>
      </dsp:txBody>
      <dsp:txXfrm>
        <a:off x="384277" y="2779606"/>
        <a:ext cx="4826519" cy="639310"/>
      </dsp:txXfrm>
    </dsp:sp>
    <dsp:sp modelId="{69B6222A-DD6A-4D8E-BDD2-14C145BB093F}">
      <dsp:nvSpPr>
        <dsp:cNvPr id="0" name=""/>
        <dsp:cNvSpPr/>
      </dsp:nvSpPr>
      <dsp:spPr>
        <a:xfrm>
          <a:off x="0" y="4717101"/>
          <a:ext cx="6993842" cy="888300"/>
        </a:xfrm>
        <a:prstGeom prst="rect">
          <a:avLst/>
        </a:prstGeom>
        <a:solidFill>
          <a:schemeClr val="lt1">
            <a:alpha val="90000"/>
            <a:hueOff val="0"/>
            <a:satOff val="0"/>
            <a:lumOff val="0"/>
            <a:alphaOff val="0"/>
          </a:schemeClr>
        </a:solidFill>
        <a:ln w="19050" cap="flat" cmpd="sng" algn="ctr">
          <a:solidFill>
            <a:schemeClr val="accent5">
              <a:hueOff val="10366669"/>
              <a:satOff val="-64255"/>
              <a:lumOff val="1843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800" tIns="499872" rIns="54280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Enables centralized control of data access and modifications.</a:t>
          </a:r>
        </a:p>
      </dsp:txBody>
      <dsp:txXfrm>
        <a:off x="0" y="4717101"/>
        <a:ext cx="6993842" cy="888300"/>
      </dsp:txXfrm>
    </dsp:sp>
    <dsp:sp modelId="{DC90E9F8-5375-4BA5-924D-CA92ECBA6C47}">
      <dsp:nvSpPr>
        <dsp:cNvPr id="0" name=""/>
        <dsp:cNvSpPr/>
      </dsp:nvSpPr>
      <dsp:spPr>
        <a:xfrm>
          <a:off x="349692" y="4362861"/>
          <a:ext cx="4895689" cy="708480"/>
        </a:xfrm>
        <a:prstGeom prst="roundRect">
          <a:avLst/>
        </a:prstGeom>
        <a:solidFill>
          <a:schemeClr val="accent5">
            <a:hueOff val="10366669"/>
            <a:satOff val="-64255"/>
            <a:lumOff val="1843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5045" tIns="0" rIns="185045" bIns="0" numCol="1" spcCol="1270" anchor="ctr" anchorCtr="0">
          <a:noAutofit/>
        </a:bodyPr>
        <a:lstStyle/>
        <a:p>
          <a:pPr marL="0" lvl="0" indent="0" algn="l" defTabSz="800100">
            <a:lnSpc>
              <a:spcPct val="90000"/>
            </a:lnSpc>
            <a:spcBef>
              <a:spcPct val="0"/>
            </a:spcBef>
            <a:spcAft>
              <a:spcPct val="35000"/>
            </a:spcAft>
            <a:buNone/>
          </a:pPr>
          <a:r>
            <a:rPr lang="en-US" sz="1800" b="1" kern="1200"/>
            <a:t>Consistency and Security:</a:t>
          </a:r>
          <a:endParaRPr lang="en-US" sz="1800" kern="1200"/>
        </a:p>
      </dsp:txBody>
      <dsp:txXfrm>
        <a:off x="384277" y="4397446"/>
        <a:ext cx="4826519" cy="639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B9F37-A45C-4522-B6F6-87255D7BD288}">
      <dsp:nvSpPr>
        <dsp:cNvPr id="0" name=""/>
        <dsp:cNvSpPr/>
      </dsp:nvSpPr>
      <dsp:spPr>
        <a:xfrm>
          <a:off x="0" y="178259"/>
          <a:ext cx="10613960" cy="767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2. Conceptual Level (Logical View):</a:t>
          </a:r>
          <a:endParaRPr lang="en-US" sz="3200" kern="1200"/>
        </a:p>
      </dsp:txBody>
      <dsp:txXfrm>
        <a:off x="37467" y="215726"/>
        <a:ext cx="10539026" cy="692586"/>
      </dsp:txXfrm>
    </dsp:sp>
    <dsp:sp modelId="{18FA86A7-FAE8-478D-9598-DE1103CD9D01}">
      <dsp:nvSpPr>
        <dsp:cNvPr id="0" name=""/>
        <dsp:cNvSpPr/>
      </dsp:nvSpPr>
      <dsp:spPr>
        <a:xfrm>
          <a:off x="0" y="945780"/>
          <a:ext cx="10613960" cy="291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6993"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dirty="0"/>
            <a:t>Represents the </a:t>
          </a:r>
          <a:r>
            <a:rPr lang="en-US" sz="2500" b="1" kern="1200" dirty="0"/>
            <a:t>logical structure</a:t>
          </a:r>
          <a:r>
            <a:rPr lang="en-US" sz="2500" kern="1200" dirty="0"/>
            <a:t> of the entire database.</a:t>
          </a:r>
        </a:p>
        <a:p>
          <a:pPr marL="228600" lvl="1" indent="-228600" algn="l" defTabSz="1111250">
            <a:lnSpc>
              <a:spcPct val="90000"/>
            </a:lnSpc>
            <a:spcBef>
              <a:spcPct val="0"/>
            </a:spcBef>
            <a:spcAft>
              <a:spcPct val="20000"/>
            </a:spcAft>
            <a:buChar char="•"/>
          </a:pPr>
          <a:r>
            <a:rPr lang="en-US" sz="2500" kern="1200" dirty="0"/>
            <a:t>Defines the data organization (e.g., entities, relationships) and constraints.</a:t>
          </a:r>
        </a:p>
        <a:p>
          <a:pPr marL="228600" lvl="1" indent="-228600" algn="l" defTabSz="1111250">
            <a:lnSpc>
              <a:spcPct val="90000"/>
            </a:lnSpc>
            <a:spcBef>
              <a:spcPct val="0"/>
            </a:spcBef>
            <a:spcAft>
              <a:spcPct val="20000"/>
            </a:spcAft>
            <a:buChar char="•"/>
          </a:pPr>
          <a:r>
            <a:rPr lang="en-US" sz="2500" kern="1200"/>
            <a:t>Ensures a unified logical representation that connects all user views.</a:t>
          </a:r>
        </a:p>
        <a:p>
          <a:pPr marL="228600" lvl="1" indent="-228600" algn="l" defTabSz="1111250">
            <a:lnSpc>
              <a:spcPct val="90000"/>
            </a:lnSpc>
            <a:spcBef>
              <a:spcPct val="0"/>
            </a:spcBef>
            <a:spcAft>
              <a:spcPct val="20000"/>
            </a:spcAft>
            <a:buChar char="•"/>
          </a:pPr>
          <a:r>
            <a:rPr lang="en-US" sz="2500" kern="1200" dirty="0"/>
            <a:t>Community view of the database. This level describes what data is stored in database and relationships among the data.</a:t>
          </a:r>
        </a:p>
        <a:p>
          <a:pPr marL="228600" lvl="1" indent="-228600" algn="l" defTabSz="1111250">
            <a:lnSpc>
              <a:spcPct val="90000"/>
            </a:lnSpc>
            <a:spcBef>
              <a:spcPct val="0"/>
            </a:spcBef>
            <a:spcAft>
              <a:spcPct val="20000"/>
            </a:spcAft>
            <a:buChar char="•"/>
          </a:pPr>
          <a:r>
            <a:rPr lang="en-US" sz="2500" b="1" kern="1200"/>
            <a:t>Example:</a:t>
          </a:r>
          <a:endParaRPr lang="en-US" sz="2500" kern="1200"/>
        </a:p>
        <a:p>
          <a:pPr marL="457200" lvl="2" indent="-228600" algn="l" defTabSz="1111250">
            <a:lnSpc>
              <a:spcPct val="90000"/>
            </a:lnSpc>
            <a:spcBef>
              <a:spcPct val="0"/>
            </a:spcBef>
            <a:spcAft>
              <a:spcPct val="20000"/>
            </a:spcAft>
            <a:buChar char="•"/>
          </a:pPr>
          <a:r>
            <a:rPr lang="en-US" sz="2500" kern="1200"/>
            <a:t>A relational schema with tables, columns, keys, and relationships.</a:t>
          </a:r>
        </a:p>
      </dsp:txBody>
      <dsp:txXfrm>
        <a:off x="0" y="945780"/>
        <a:ext cx="10613960" cy="29145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2CF0C-2E0E-4582-9211-BAFC0C781863}">
      <dsp:nvSpPr>
        <dsp:cNvPr id="0" name=""/>
        <dsp:cNvSpPr/>
      </dsp:nvSpPr>
      <dsp:spPr>
        <a:xfrm>
          <a:off x="0" y="38946"/>
          <a:ext cx="7775084" cy="100737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1" kern="1200" dirty="0"/>
            <a:t>E-Commerce:</a:t>
          </a:r>
          <a:endParaRPr lang="en-US" sz="4200" kern="1200" dirty="0"/>
        </a:p>
      </dsp:txBody>
      <dsp:txXfrm>
        <a:off x="49176" y="88122"/>
        <a:ext cx="7676732" cy="909018"/>
      </dsp:txXfrm>
    </dsp:sp>
    <dsp:sp modelId="{F74AA3BC-7DE7-4E00-88B0-B95E08D9E666}">
      <dsp:nvSpPr>
        <dsp:cNvPr id="0" name=""/>
        <dsp:cNvSpPr/>
      </dsp:nvSpPr>
      <dsp:spPr>
        <a:xfrm>
          <a:off x="0" y="1046316"/>
          <a:ext cx="7775084" cy="452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859"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n-US" sz="3300" b="1" kern="1200" dirty="0"/>
            <a:t>External Level:</a:t>
          </a:r>
          <a:r>
            <a:rPr lang="en-US" sz="3300" kern="1200" dirty="0"/>
            <a:t> Customers see product categories, while inventory managers see stock levels.</a:t>
          </a:r>
        </a:p>
        <a:p>
          <a:pPr marL="285750" lvl="1" indent="-285750" algn="l" defTabSz="1466850">
            <a:lnSpc>
              <a:spcPct val="90000"/>
            </a:lnSpc>
            <a:spcBef>
              <a:spcPct val="0"/>
            </a:spcBef>
            <a:spcAft>
              <a:spcPct val="20000"/>
            </a:spcAft>
            <a:buChar char="•"/>
          </a:pPr>
          <a:r>
            <a:rPr lang="en-US" sz="3300" b="1" kern="1200"/>
            <a:t>Conceptual Level:</a:t>
          </a:r>
          <a:r>
            <a:rPr lang="en-US" sz="3300" kern="1200"/>
            <a:t> Defines relationships between products, orders, and customers.</a:t>
          </a:r>
        </a:p>
        <a:p>
          <a:pPr marL="285750" lvl="1" indent="-285750" algn="l" defTabSz="1466850">
            <a:lnSpc>
              <a:spcPct val="90000"/>
            </a:lnSpc>
            <a:spcBef>
              <a:spcPct val="0"/>
            </a:spcBef>
            <a:spcAft>
              <a:spcPct val="20000"/>
            </a:spcAft>
            <a:buChar char="•"/>
          </a:pPr>
          <a:r>
            <a:rPr lang="en-US" sz="3300" b="1" kern="1200"/>
            <a:t>Internal Level:</a:t>
          </a:r>
          <a:r>
            <a:rPr lang="en-US" sz="3300" kern="1200"/>
            <a:t> Products and orders are stored physically with indexing for quick access.</a:t>
          </a:r>
        </a:p>
      </dsp:txBody>
      <dsp:txXfrm>
        <a:off x="0" y="1046316"/>
        <a:ext cx="7775084" cy="45208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9FF72-C63A-44BA-AC97-E5CE0B037E1F}" type="datetimeFigureOut">
              <a:rPr lang="en-PK" smtClean="0"/>
              <a:t>02/03/2026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F62684-0C14-489F-825E-E0E53AC7F5EF}" type="slidenum">
              <a:rPr lang="en-PK" smtClean="0"/>
              <a:t>‹#›</a:t>
            </a:fld>
            <a:endParaRPr lang="en-PK"/>
          </a:p>
        </p:txBody>
      </p:sp>
    </p:spTree>
    <p:extLst>
      <p:ext uri="{BB962C8B-B14F-4D97-AF65-F5344CB8AC3E}">
        <p14:creationId xmlns:p14="http://schemas.microsoft.com/office/powerpoint/2010/main" val="1846313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1214-603E-31FB-E7EE-714F709C1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71ECB-C944-195A-4DFD-3455A0FC0D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80FDAB-F999-26C5-BB56-2ECC35BDF327}"/>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1F627036-60AA-58EC-B2C2-092BFA4953E2}"/>
              </a:ext>
            </a:extLst>
          </p:cNvPr>
          <p:cNvSpPr>
            <a:spLocks noGrp="1"/>
          </p:cNvSpPr>
          <p:nvPr>
            <p:ph type="sldNum" sz="quarter" idx="5"/>
          </p:nvPr>
        </p:nvSpPr>
        <p:spPr/>
        <p:txBody>
          <a:bodyPr/>
          <a:lstStyle/>
          <a:p>
            <a:fld id="{3CF62684-0C14-489F-825E-E0E53AC7F5EF}" type="slidenum">
              <a:rPr lang="en-PK" smtClean="0"/>
              <a:t>7</a:t>
            </a:fld>
            <a:endParaRPr lang="en-PK"/>
          </a:p>
        </p:txBody>
      </p:sp>
    </p:spTree>
    <p:extLst>
      <p:ext uri="{BB962C8B-B14F-4D97-AF65-F5344CB8AC3E}">
        <p14:creationId xmlns:p14="http://schemas.microsoft.com/office/powerpoint/2010/main" val="1521148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6973-B40B-2D51-6866-1CD4407C0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4F0F6-1EA7-D8AD-16F3-1477198B5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83529-1F23-88C4-E368-3E9BB9C0257C}"/>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7824638E-5CE7-5748-296E-9330B6DAE82C}"/>
              </a:ext>
            </a:extLst>
          </p:cNvPr>
          <p:cNvSpPr>
            <a:spLocks noGrp="1"/>
          </p:cNvSpPr>
          <p:nvPr>
            <p:ph type="sldNum" sz="quarter" idx="5"/>
          </p:nvPr>
        </p:nvSpPr>
        <p:spPr/>
        <p:txBody>
          <a:bodyPr/>
          <a:lstStyle/>
          <a:p>
            <a:fld id="{3CF62684-0C14-489F-825E-E0E53AC7F5EF}" type="slidenum">
              <a:rPr lang="en-PK" smtClean="0"/>
              <a:t>8</a:t>
            </a:fld>
            <a:endParaRPr lang="en-PK"/>
          </a:p>
        </p:txBody>
      </p:sp>
    </p:spTree>
    <p:extLst>
      <p:ext uri="{BB962C8B-B14F-4D97-AF65-F5344CB8AC3E}">
        <p14:creationId xmlns:p14="http://schemas.microsoft.com/office/powerpoint/2010/main" val="2487287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p:cNvSpPr>
            <a:spLocks noGrp="1"/>
          </p:cNvSpPr>
          <p:nvPr>
            <p:ph type="sldNum" sz="quarter" idx="5"/>
          </p:nvPr>
        </p:nvSpPr>
        <p:spPr/>
        <p:txBody>
          <a:bodyPr/>
          <a:lstStyle/>
          <a:p>
            <a:fld id="{3CF62684-0C14-489F-825E-E0E53AC7F5EF}" type="slidenum">
              <a:rPr lang="en-PK" smtClean="0"/>
              <a:t>9</a:t>
            </a:fld>
            <a:endParaRPr lang="en-PK"/>
          </a:p>
        </p:txBody>
      </p:sp>
    </p:spTree>
    <p:extLst>
      <p:ext uri="{BB962C8B-B14F-4D97-AF65-F5344CB8AC3E}">
        <p14:creationId xmlns:p14="http://schemas.microsoft.com/office/powerpoint/2010/main" val="1936494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E99F5-9D97-E5B2-0FEC-4E62B2BD5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2265C-BBA5-DAD8-ACFA-3DED97C16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6E689-5217-AE65-C207-2E1B4FE31869}"/>
              </a:ext>
            </a:extLst>
          </p:cNvPr>
          <p:cNvSpPr>
            <a:spLocks noGrp="1"/>
          </p:cNvSpPr>
          <p:nvPr>
            <p:ph type="body" idx="1"/>
          </p:nvPr>
        </p:nvSpPr>
        <p:spPr/>
        <p:txBody>
          <a:bodyPr/>
          <a:lstStyle/>
          <a:p>
            <a:r>
              <a:rPr lang="en-US" dirty="0"/>
              <a:t>- External Schema: User-specific data views.</a:t>
            </a:r>
          </a:p>
          <a:p>
            <a:r>
              <a:rPr lang="en-US" dirty="0"/>
              <a:t>  - Analogy: Library users see specific sections of books.</a:t>
            </a:r>
          </a:p>
          <a:p>
            <a:r>
              <a:rPr lang="en-US" dirty="0"/>
              <a:t>- Conceptual Schema: Unified logical view of the database.</a:t>
            </a:r>
          </a:p>
          <a:p>
            <a:r>
              <a:rPr lang="en-US" dirty="0"/>
              <a:t>  - Analogy: Library catalog tracking all books and genres.</a:t>
            </a:r>
          </a:p>
          <a:p>
            <a:r>
              <a:rPr lang="en-US" dirty="0"/>
              <a:t>- Internal Schema: Details of physical storage.</a:t>
            </a:r>
          </a:p>
          <a:p>
            <a:r>
              <a:rPr lang="en-US" dirty="0"/>
              <a:t>  - Analogy: Organization of books on shelves.</a:t>
            </a:r>
          </a:p>
          <a:p>
            <a:endParaRPr lang="en-PK" dirty="0"/>
          </a:p>
        </p:txBody>
      </p:sp>
      <p:sp>
        <p:nvSpPr>
          <p:cNvPr id="4" name="Slide Number Placeholder 3">
            <a:extLst>
              <a:ext uri="{FF2B5EF4-FFF2-40B4-BE49-F238E27FC236}">
                <a16:creationId xmlns:a16="http://schemas.microsoft.com/office/drawing/2014/main" id="{A28CB9C3-A004-02AF-A5A8-CE27910B967B}"/>
              </a:ext>
            </a:extLst>
          </p:cNvPr>
          <p:cNvSpPr>
            <a:spLocks noGrp="1"/>
          </p:cNvSpPr>
          <p:nvPr>
            <p:ph type="sldNum" sz="quarter" idx="5"/>
          </p:nvPr>
        </p:nvSpPr>
        <p:spPr/>
        <p:txBody>
          <a:bodyPr/>
          <a:lstStyle/>
          <a:p>
            <a:fld id="{3CF62684-0C14-489F-825E-E0E53AC7F5EF}" type="slidenum">
              <a:rPr lang="en-PK" smtClean="0"/>
              <a:t>10</a:t>
            </a:fld>
            <a:endParaRPr lang="en-PK"/>
          </a:p>
        </p:txBody>
      </p:sp>
    </p:spTree>
    <p:extLst>
      <p:ext uri="{BB962C8B-B14F-4D97-AF65-F5344CB8AC3E}">
        <p14:creationId xmlns:p14="http://schemas.microsoft.com/office/powerpoint/2010/main" val="1256759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EA2A-4CA0-C543-78F5-3A1910D0D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10A35-AF40-D719-FD94-EB5189BF0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D261F-6ABC-CAA5-84AA-F72311643368}"/>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030CD820-E324-4B5E-B43E-75C353E9C337}"/>
              </a:ext>
            </a:extLst>
          </p:cNvPr>
          <p:cNvSpPr>
            <a:spLocks noGrp="1"/>
          </p:cNvSpPr>
          <p:nvPr>
            <p:ph type="sldNum" sz="quarter" idx="5"/>
          </p:nvPr>
        </p:nvSpPr>
        <p:spPr/>
        <p:txBody>
          <a:bodyPr/>
          <a:lstStyle/>
          <a:p>
            <a:fld id="{3CF62684-0C14-489F-825E-E0E53AC7F5EF}" type="slidenum">
              <a:rPr lang="en-PK" smtClean="0"/>
              <a:t>11</a:t>
            </a:fld>
            <a:endParaRPr lang="en-PK"/>
          </a:p>
        </p:txBody>
      </p:sp>
    </p:spTree>
    <p:extLst>
      <p:ext uri="{BB962C8B-B14F-4D97-AF65-F5344CB8AC3E}">
        <p14:creationId xmlns:p14="http://schemas.microsoft.com/office/powerpoint/2010/main" val="248507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A30BF-671E-C705-E36E-AD2B13C68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8AFDC-22F8-3914-B83F-26F282C21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4670E-4676-AAA0-495F-A8C60958BE2E}"/>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4E0484EF-F98C-2209-5753-144E29B563B0}"/>
              </a:ext>
            </a:extLst>
          </p:cNvPr>
          <p:cNvSpPr>
            <a:spLocks noGrp="1"/>
          </p:cNvSpPr>
          <p:nvPr>
            <p:ph type="sldNum" sz="quarter" idx="5"/>
          </p:nvPr>
        </p:nvSpPr>
        <p:spPr/>
        <p:txBody>
          <a:bodyPr/>
          <a:lstStyle/>
          <a:p>
            <a:fld id="{3CF62684-0C14-489F-825E-E0E53AC7F5EF}" type="slidenum">
              <a:rPr lang="en-PK" smtClean="0"/>
              <a:t>12</a:t>
            </a:fld>
            <a:endParaRPr lang="en-PK"/>
          </a:p>
        </p:txBody>
      </p:sp>
    </p:spTree>
    <p:extLst>
      <p:ext uri="{BB962C8B-B14F-4D97-AF65-F5344CB8AC3E}">
        <p14:creationId xmlns:p14="http://schemas.microsoft.com/office/powerpoint/2010/main" val="2630439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CB101-79C7-A929-B749-3416D7EDA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DFE72-5759-F3DC-EB1B-BA56E3E5A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09245-CCD1-7C83-46DE-3680C0C616BA}"/>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80C5F36F-1EAB-9BC7-B2F0-CBE31B4C3FF1}"/>
              </a:ext>
            </a:extLst>
          </p:cNvPr>
          <p:cNvSpPr>
            <a:spLocks noGrp="1"/>
          </p:cNvSpPr>
          <p:nvPr>
            <p:ph type="sldNum" sz="quarter" idx="5"/>
          </p:nvPr>
        </p:nvSpPr>
        <p:spPr/>
        <p:txBody>
          <a:bodyPr/>
          <a:lstStyle/>
          <a:p>
            <a:fld id="{3CF62684-0C14-489F-825E-E0E53AC7F5EF}" type="slidenum">
              <a:rPr lang="en-PK" smtClean="0"/>
              <a:t>13</a:t>
            </a:fld>
            <a:endParaRPr lang="en-PK"/>
          </a:p>
        </p:txBody>
      </p:sp>
    </p:spTree>
    <p:extLst>
      <p:ext uri="{BB962C8B-B14F-4D97-AF65-F5344CB8AC3E}">
        <p14:creationId xmlns:p14="http://schemas.microsoft.com/office/powerpoint/2010/main" val="770848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AD4BF-A6E3-B225-D89C-4658C2F50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A3027-9704-B158-B8CA-5DBF3904A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AC1D7-87B9-2A00-6775-EEADE35173EF}"/>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F29B1CD1-DFE3-2309-948F-4BFAB418113D}"/>
              </a:ext>
            </a:extLst>
          </p:cNvPr>
          <p:cNvSpPr>
            <a:spLocks noGrp="1"/>
          </p:cNvSpPr>
          <p:nvPr>
            <p:ph type="sldNum" sz="quarter" idx="5"/>
          </p:nvPr>
        </p:nvSpPr>
        <p:spPr/>
        <p:txBody>
          <a:bodyPr/>
          <a:lstStyle/>
          <a:p>
            <a:fld id="{3CF62684-0C14-489F-825E-E0E53AC7F5EF}" type="slidenum">
              <a:rPr lang="en-PK" smtClean="0"/>
              <a:t>14</a:t>
            </a:fld>
            <a:endParaRPr lang="en-PK"/>
          </a:p>
        </p:txBody>
      </p:sp>
    </p:spTree>
    <p:extLst>
      <p:ext uri="{BB962C8B-B14F-4D97-AF65-F5344CB8AC3E}">
        <p14:creationId xmlns:p14="http://schemas.microsoft.com/office/powerpoint/2010/main" val="3715070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F1CC-68C5-071B-1430-2D5A26F2D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A8934-CD94-0229-957E-4B5571132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F98F7-1788-4CFF-C70C-0FB3DC8A94AF}"/>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7CAC064D-247A-6CB3-405E-72A39517F193}"/>
              </a:ext>
            </a:extLst>
          </p:cNvPr>
          <p:cNvSpPr>
            <a:spLocks noGrp="1"/>
          </p:cNvSpPr>
          <p:nvPr>
            <p:ph type="sldNum" sz="quarter" idx="5"/>
          </p:nvPr>
        </p:nvSpPr>
        <p:spPr/>
        <p:txBody>
          <a:bodyPr/>
          <a:lstStyle/>
          <a:p>
            <a:fld id="{3CF62684-0C14-489F-825E-E0E53AC7F5EF}" type="slidenum">
              <a:rPr lang="en-PK" smtClean="0"/>
              <a:t>15</a:t>
            </a:fld>
            <a:endParaRPr lang="en-PK"/>
          </a:p>
        </p:txBody>
      </p:sp>
    </p:spTree>
    <p:extLst>
      <p:ext uri="{BB962C8B-B14F-4D97-AF65-F5344CB8AC3E}">
        <p14:creationId xmlns:p14="http://schemas.microsoft.com/office/powerpoint/2010/main" val="2746374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DAAE-7895-F861-3F39-E9BA88A60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8A95C-813C-9E21-1F8C-27AB40B87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CBF1A-C5BD-0FAC-0F9F-6C907E627855}"/>
              </a:ext>
            </a:extLst>
          </p:cNvPr>
          <p:cNvSpPr>
            <a:spLocks noGrp="1"/>
          </p:cNvSpPr>
          <p:nvPr>
            <p:ph type="body" idx="1"/>
          </p:nvPr>
        </p:nvSpPr>
        <p:spPr/>
        <p:txBody>
          <a:bodyPr/>
          <a:lstStyle/>
          <a:p>
            <a:r>
              <a:rPr lang="en-US" b="1" dirty="0"/>
              <a:t>American National Standards Institute (ANSI)</a:t>
            </a:r>
            <a:r>
              <a:rPr lang="en-US" dirty="0"/>
              <a:t> and the </a:t>
            </a:r>
            <a:r>
              <a:rPr lang="en-US" b="1" dirty="0"/>
              <a:t>Standards Planning and Requirements Committee (SPARC)</a:t>
            </a:r>
            <a:endParaRPr lang="en-PK" dirty="0"/>
          </a:p>
        </p:txBody>
      </p:sp>
      <p:sp>
        <p:nvSpPr>
          <p:cNvPr id="4" name="Slide Number Placeholder 3">
            <a:extLst>
              <a:ext uri="{FF2B5EF4-FFF2-40B4-BE49-F238E27FC236}">
                <a16:creationId xmlns:a16="http://schemas.microsoft.com/office/drawing/2014/main" id="{7C8952A3-BDF6-ED92-2130-CB10B990A1C7}"/>
              </a:ext>
            </a:extLst>
          </p:cNvPr>
          <p:cNvSpPr>
            <a:spLocks noGrp="1"/>
          </p:cNvSpPr>
          <p:nvPr>
            <p:ph type="sldNum" sz="quarter" idx="5"/>
          </p:nvPr>
        </p:nvSpPr>
        <p:spPr/>
        <p:txBody>
          <a:bodyPr/>
          <a:lstStyle/>
          <a:p>
            <a:fld id="{3CF62684-0C14-489F-825E-E0E53AC7F5EF}" type="slidenum">
              <a:rPr lang="en-PK" smtClean="0"/>
              <a:t>16</a:t>
            </a:fld>
            <a:endParaRPr lang="en-PK"/>
          </a:p>
        </p:txBody>
      </p:sp>
    </p:spTree>
    <p:extLst>
      <p:ext uri="{BB962C8B-B14F-4D97-AF65-F5344CB8AC3E}">
        <p14:creationId xmlns:p14="http://schemas.microsoft.com/office/powerpoint/2010/main" val="448951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62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4047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585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8314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4129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788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257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46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3316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3325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690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5BCAD085-E8A6-8845-BD4E-CB4CCA059FC4}" type="datetimeFigureOut">
              <a:rPr lang="en-US" smtClean="0"/>
              <a:t>3/2/2026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0408585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effectLst>
                  <a:outerShdw blurRad="38100" dist="38100" dir="2700000" algn="tl">
                    <a:srgbClr val="000000">
                      <a:alpha val="43137"/>
                    </a:srgbClr>
                  </a:outerShdw>
                </a:effectLst>
              </a:rPr>
              <a:t>Database </a:t>
            </a:r>
            <a:r>
              <a:rPr lang="en-US" dirty="0">
                <a:effectLst>
                  <a:outerShdw blurRad="38100" dist="38100" dir="2700000" algn="tl">
                    <a:srgbClr val="000000">
                      <a:alpha val="43137"/>
                    </a:srgbClr>
                  </a:outerShdw>
                </a:effectLst>
              </a:rPr>
              <a:t>systems</a:t>
            </a:r>
            <a:endParaRPr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normAutofit fontScale="92500" lnSpcReduction="20000"/>
          </a:bodyPr>
          <a:lstStyle/>
          <a:p>
            <a:r>
              <a:rPr lang="en-US" sz="3600" b="1" dirty="0">
                <a:effectLst>
                  <a:outerShdw blurRad="38100" dist="38100" dir="2700000" algn="tl">
                    <a:srgbClr val="000000">
                      <a:alpha val="43137"/>
                    </a:srgbClr>
                  </a:outerShdw>
                </a:effectLst>
              </a:rPr>
              <a:t>Database Architecture</a:t>
            </a:r>
          </a:p>
          <a:p>
            <a:endParaRPr lang="en-US" dirty="0">
              <a:effectLst>
                <a:outerShdw blurRad="38100" dist="38100" dir="2700000" algn="tl">
                  <a:srgbClr val="000000">
                    <a:alpha val="43137"/>
                  </a:srgbClr>
                </a:outerShdw>
              </a:effectLst>
            </a:endParaRPr>
          </a:p>
          <a:p>
            <a:r>
              <a:rPr lang="en-US" sz="2600" dirty="0">
                <a:effectLst>
                  <a:outerShdw blurRad="38100" dist="38100" dir="2700000" algn="tl">
                    <a:srgbClr val="000000">
                      <a:alpha val="43137"/>
                    </a:srgbClr>
                  </a:outerShdw>
                </a:effectLst>
              </a:rPr>
              <a:t>Faculty of AI &amp; MMG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3FE6F10-B3AD-4403-94CA-F5115528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18" name="Rectangle 17">
            <a:extLst>
              <a:ext uri="{FF2B5EF4-FFF2-40B4-BE49-F238E27FC236}">
                <a16:creationId xmlns:a16="http://schemas.microsoft.com/office/drawing/2014/main" id="{364D6A39-A4F7-4B00-9F42-3BC67177D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0" name="Straight Connector 19">
            <a:extLst>
              <a:ext uri="{FF2B5EF4-FFF2-40B4-BE49-F238E27FC236}">
                <a16:creationId xmlns:a16="http://schemas.microsoft.com/office/drawing/2014/main" id="{13553ADF-88A1-4645-B819-890CA3DF7D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5D0D97D-7911-4A25-88E2-4D81FD4AB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831D66EA-16EA-CEBF-25E1-E1A9BBBCB50A}"/>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a:lnSpc>
                <a:spcPct val="85000"/>
              </a:lnSpc>
            </a:pPr>
            <a:r>
              <a:rPr lang="en-US" sz="3000" b="1" cap="all" dirty="0">
                <a:solidFill>
                  <a:srgbClr val="FFFFFF"/>
                </a:solidFill>
              </a:rPr>
              <a:t>Components of Database Systems</a:t>
            </a:r>
          </a:p>
        </p:txBody>
      </p:sp>
      <p:pic>
        <p:nvPicPr>
          <p:cNvPr id="5" name="Content Placeholder 4">
            <a:extLst>
              <a:ext uri="{FF2B5EF4-FFF2-40B4-BE49-F238E27FC236}">
                <a16:creationId xmlns:a16="http://schemas.microsoft.com/office/drawing/2014/main" id="{6F6B0A3B-6E40-DB58-E1E4-F818D32F57DE}"/>
              </a:ext>
            </a:extLst>
          </p:cNvPr>
          <p:cNvPicPr>
            <a:picLocks noGrp="1" noChangeAspect="1"/>
          </p:cNvPicPr>
          <p:nvPr>
            <p:ph idx="1"/>
          </p:nvPr>
        </p:nvPicPr>
        <p:blipFill>
          <a:blip r:embed="rId2"/>
          <a:srcRect b="1126"/>
          <a:stretch/>
        </p:blipFill>
        <p:spPr>
          <a:xfrm>
            <a:off x="872064" y="857675"/>
            <a:ext cx="6045576" cy="5140669"/>
          </a:xfrm>
          <a:prstGeom prst="rect">
            <a:avLst/>
          </a:prstGeom>
        </p:spPr>
      </p:pic>
    </p:spTree>
    <p:extLst>
      <p:ext uri="{BB962C8B-B14F-4D97-AF65-F5344CB8AC3E}">
        <p14:creationId xmlns:p14="http://schemas.microsoft.com/office/powerpoint/2010/main" val="341451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BAC60-606E-F33C-FDC5-A5125BFDE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2C0E5-A2C9-7B36-00BA-C17BE146A55F}"/>
              </a:ext>
            </a:extLst>
          </p:cNvPr>
          <p:cNvSpPr>
            <a:spLocks noGrp="1"/>
          </p:cNvSpPr>
          <p:nvPr>
            <p:ph type="title"/>
          </p:nvPr>
        </p:nvSpPr>
        <p:spPr/>
        <p:txBody>
          <a:bodyPr>
            <a:normAutofit/>
          </a:bodyPr>
          <a:lstStyle/>
          <a:p>
            <a:pPr algn="just"/>
            <a:r>
              <a:rPr lang="en-US" sz="3600" dirty="0"/>
              <a:t>Major Components of Database Systems</a:t>
            </a:r>
            <a:endParaRPr lang="en-PK" sz="3600" dirty="0"/>
          </a:p>
        </p:txBody>
      </p:sp>
      <p:sp>
        <p:nvSpPr>
          <p:cNvPr id="3" name="Content Placeholder 2">
            <a:extLst>
              <a:ext uri="{FF2B5EF4-FFF2-40B4-BE49-F238E27FC236}">
                <a16:creationId xmlns:a16="http://schemas.microsoft.com/office/drawing/2014/main" id="{4F939DCD-080E-81CE-B3D5-79AD03C57644}"/>
              </a:ext>
            </a:extLst>
          </p:cNvPr>
          <p:cNvSpPr>
            <a:spLocks noGrp="1"/>
          </p:cNvSpPr>
          <p:nvPr>
            <p:ph idx="1"/>
          </p:nvPr>
        </p:nvSpPr>
        <p:spPr/>
        <p:txBody>
          <a:bodyPr vert="horz" lIns="91440" tIns="45720" rIns="91440" bIns="45720" rtlCol="0">
            <a:normAutofit/>
          </a:bodyPr>
          <a:lstStyle/>
          <a:p>
            <a:pPr algn="just"/>
            <a:r>
              <a:rPr lang="en-US" sz="2400" b="1" dirty="0"/>
              <a:t>Procedures: </a:t>
            </a:r>
            <a:r>
              <a:rPr lang="en-US" sz="2400" dirty="0"/>
              <a:t>Instructions and rules for database operation, maintenance, and use.</a:t>
            </a:r>
          </a:p>
          <a:p>
            <a:pPr marL="725488" lvl="1" indent="-450850" algn="just">
              <a:buFont typeface="Wingdings" panose="05000000000000000000" pitchFamily="2" charset="2"/>
              <a:buChar char="q"/>
            </a:pPr>
            <a:r>
              <a:rPr lang="en-US" dirty="0"/>
              <a:t>The procedure is a type of general instruction or guidelines for the use of DBMS. </a:t>
            </a:r>
          </a:p>
          <a:p>
            <a:pPr marL="725488" lvl="1" indent="-450850" algn="just">
              <a:buFont typeface="Wingdings" panose="05000000000000000000" pitchFamily="2" charset="2"/>
              <a:buChar char="q"/>
            </a:pPr>
            <a:r>
              <a:rPr lang="en-US" dirty="0"/>
              <a:t>Instruction includes how to set up the database, how to install the database, how to log in and log out of the database, how to manage the database, how to take a backup of the database, and how to generate the report of the database.</a:t>
            </a:r>
          </a:p>
          <a:p>
            <a:pPr marL="725488" lvl="1" indent="-450850" algn="just">
              <a:buFont typeface="Wingdings" panose="05000000000000000000" pitchFamily="2" charset="2"/>
              <a:buChar char="q"/>
            </a:pPr>
            <a:r>
              <a:rPr lang="en-US" dirty="0"/>
              <a:t>In DBMS, with the help of procedure, we can validate the data, control the access and reduce the traffic between the server and the clients.</a:t>
            </a:r>
          </a:p>
          <a:p>
            <a:pPr algn="just"/>
            <a:r>
              <a:rPr lang="en-US" sz="2400" b="1" dirty="0"/>
              <a:t>Hardware: </a:t>
            </a:r>
            <a:r>
              <a:rPr lang="en-US" sz="2400" dirty="0"/>
              <a:t>The physical devices where the database resides and operates, such as servers, storage devices, and network infrastructure.</a:t>
            </a:r>
          </a:p>
        </p:txBody>
      </p:sp>
    </p:spTree>
    <p:extLst>
      <p:ext uri="{BB962C8B-B14F-4D97-AF65-F5344CB8AC3E}">
        <p14:creationId xmlns:p14="http://schemas.microsoft.com/office/powerpoint/2010/main" val="1769601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972C-7EAB-3FE6-B607-CA97644F5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8C71B-07D8-107F-4014-F2275CC240CD}"/>
              </a:ext>
            </a:extLst>
          </p:cNvPr>
          <p:cNvSpPr>
            <a:spLocks noGrp="1"/>
          </p:cNvSpPr>
          <p:nvPr>
            <p:ph type="title"/>
          </p:nvPr>
        </p:nvSpPr>
        <p:spPr/>
        <p:txBody>
          <a:bodyPr>
            <a:normAutofit/>
          </a:bodyPr>
          <a:lstStyle/>
          <a:p>
            <a:pPr algn="just"/>
            <a:r>
              <a:rPr lang="en-US" sz="3600" dirty="0"/>
              <a:t>Major Components of Database Systems</a:t>
            </a:r>
            <a:endParaRPr lang="en-PK" sz="3600" dirty="0"/>
          </a:p>
        </p:txBody>
      </p:sp>
      <p:sp>
        <p:nvSpPr>
          <p:cNvPr id="3" name="Content Placeholder 2">
            <a:extLst>
              <a:ext uri="{FF2B5EF4-FFF2-40B4-BE49-F238E27FC236}">
                <a16:creationId xmlns:a16="http://schemas.microsoft.com/office/drawing/2014/main" id="{7190048F-2A40-A18A-2052-3578F32042C2}"/>
              </a:ext>
            </a:extLst>
          </p:cNvPr>
          <p:cNvSpPr>
            <a:spLocks noGrp="1"/>
          </p:cNvSpPr>
          <p:nvPr>
            <p:ph idx="1"/>
          </p:nvPr>
        </p:nvSpPr>
        <p:spPr/>
        <p:txBody>
          <a:bodyPr vert="horz" lIns="91440" tIns="45720" rIns="91440" bIns="45720" rtlCol="0">
            <a:normAutofit/>
          </a:bodyPr>
          <a:lstStyle/>
          <a:p>
            <a:pPr algn="just"/>
            <a:r>
              <a:rPr lang="en-US" b="1" dirty="0"/>
              <a:t>Software: </a:t>
            </a:r>
            <a:r>
              <a:rPr lang="en-US" dirty="0"/>
              <a:t>This includes:</a:t>
            </a:r>
          </a:p>
          <a:p>
            <a:pPr marL="533400" lvl="1" indent="-258763" algn="just">
              <a:buFont typeface="Wingdings" panose="05000000000000000000" pitchFamily="2" charset="2"/>
              <a:buChar char="q"/>
            </a:pPr>
            <a:r>
              <a:rPr lang="en-US" dirty="0"/>
              <a:t> Database Management System (DBMS): Software responsible for managing, storing, retrieving, and manipulating data.</a:t>
            </a:r>
          </a:p>
          <a:p>
            <a:pPr marL="533400" lvl="1" indent="-258763" algn="just">
              <a:buFont typeface="Wingdings" panose="05000000000000000000" pitchFamily="2" charset="2"/>
              <a:buChar char="q"/>
            </a:pPr>
            <a:r>
              <a:rPr lang="en-US" dirty="0"/>
              <a:t> Application Software: Programs that interact with the database to provide user interfaces or business logic.</a:t>
            </a:r>
          </a:p>
          <a:p>
            <a:pPr marL="533400" lvl="1" indent="-258763" algn="just">
              <a:buFont typeface="Wingdings" panose="05000000000000000000" pitchFamily="2" charset="2"/>
              <a:buChar char="q"/>
            </a:pPr>
            <a:r>
              <a:rPr lang="en-US" dirty="0"/>
              <a:t> Operating System: Supports the DBMS and related applications.</a:t>
            </a:r>
          </a:p>
          <a:p>
            <a:pPr algn="just"/>
            <a:r>
              <a:rPr lang="en-US" b="1" dirty="0"/>
              <a:t>Data: </a:t>
            </a:r>
            <a:r>
              <a:rPr lang="en-US" dirty="0"/>
              <a:t>The database contains the actual data and metadata. </a:t>
            </a:r>
          </a:p>
          <a:p>
            <a:pPr marL="533400" lvl="1" indent="-258763" algn="just">
              <a:buFont typeface="Wingdings" panose="05000000000000000000" pitchFamily="2" charset="2"/>
              <a:buChar char="q"/>
            </a:pPr>
            <a:r>
              <a:rPr lang="en-US" dirty="0"/>
              <a:t> Here metadata means data about data.</a:t>
            </a:r>
          </a:p>
          <a:p>
            <a:pPr marL="533400" lvl="1" indent="-258763" algn="just">
              <a:buFont typeface="Wingdings" panose="05000000000000000000" pitchFamily="2" charset="2"/>
              <a:buChar char="q"/>
            </a:pPr>
            <a:r>
              <a:rPr lang="en-US" dirty="0"/>
              <a:t> For example, when the user stores the data in a database, some data, such as the size of the data, the name of the data, and some data related to the user, are stored within the database. These data are called metadata.</a:t>
            </a:r>
          </a:p>
          <a:p>
            <a:pPr algn="just"/>
            <a:endParaRPr lang="en-US" b="1" dirty="0"/>
          </a:p>
          <a:p>
            <a:pPr algn="just"/>
            <a:endParaRPr lang="en-US" dirty="0"/>
          </a:p>
        </p:txBody>
      </p:sp>
    </p:spTree>
    <p:extLst>
      <p:ext uri="{BB962C8B-B14F-4D97-AF65-F5344CB8AC3E}">
        <p14:creationId xmlns:p14="http://schemas.microsoft.com/office/powerpoint/2010/main" val="246839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6B1A1-A9DC-8C97-B298-6D9C92A55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5BEA3-93FE-7C59-CE93-9F729C39377D}"/>
              </a:ext>
            </a:extLst>
          </p:cNvPr>
          <p:cNvSpPr>
            <a:spLocks noGrp="1"/>
          </p:cNvSpPr>
          <p:nvPr>
            <p:ph type="title"/>
          </p:nvPr>
        </p:nvSpPr>
        <p:spPr/>
        <p:txBody>
          <a:bodyPr>
            <a:normAutofit/>
          </a:bodyPr>
          <a:lstStyle/>
          <a:p>
            <a:r>
              <a:rPr lang="en-US" sz="3600" dirty="0"/>
              <a:t>Major Components of Database Systems</a:t>
            </a:r>
            <a:endParaRPr lang="en-PK" sz="3600" dirty="0"/>
          </a:p>
        </p:txBody>
      </p:sp>
      <p:sp>
        <p:nvSpPr>
          <p:cNvPr id="3" name="Content Placeholder 2">
            <a:extLst>
              <a:ext uri="{FF2B5EF4-FFF2-40B4-BE49-F238E27FC236}">
                <a16:creationId xmlns:a16="http://schemas.microsoft.com/office/drawing/2014/main" id="{CCD90979-47FA-ED70-CB5A-89F5EB8FB6AF}"/>
              </a:ext>
            </a:extLst>
          </p:cNvPr>
          <p:cNvSpPr>
            <a:spLocks noGrp="1"/>
          </p:cNvSpPr>
          <p:nvPr>
            <p:ph idx="1"/>
          </p:nvPr>
        </p:nvSpPr>
        <p:spPr/>
        <p:txBody>
          <a:bodyPr vert="horz" lIns="91440" tIns="45720" rIns="91440" bIns="45720" rtlCol="0">
            <a:normAutofit/>
          </a:bodyPr>
          <a:lstStyle/>
          <a:p>
            <a:pPr algn="just"/>
            <a:r>
              <a:rPr lang="en-US" b="1" dirty="0"/>
              <a:t>People / Users: </a:t>
            </a:r>
            <a:r>
              <a:rPr lang="en-US" dirty="0"/>
              <a:t>The people or applications interacting with the database. Users can be categorized as:</a:t>
            </a:r>
          </a:p>
          <a:p>
            <a:pPr lvl="1" algn="just"/>
            <a:r>
              <a:rPr lang="en-US" sz="2200" dirty="0"/>
              <a:t>End Users: Access data directly for queries, reports, or updates.</a:t>
            </a:r>
          </a:p>
          <a:p>
            <a:pPr lvl="1" algn="just"/>
            <a:r>
              <a:rPr lang="en-US" sz="2200" dirty="0"/>
              <a:t>Application Developers: Build programs to interact with the database.</a:t>
            </a:r>
          </a:p>
          <a:p>
            <a:pPr lvl="1" algn="just"/>
            <a:r>
              <a:rPr lang="en-US" sz="2200" dirty="0"/>
              <a:t>Database Administrators (DBAs): Manage the database, ensuring efficiency, security, and backup.</a:t>
            </a:r>
          </a:p>
          <a:p>
            <a:pPr algn="just"/>
            <a:r>
              <a:rPr lang="en-US" b="1" dirty="0"/>
              <a:t>Database Access Language: </a:t>
            </a:r>
            <a:r>
              <a:rPr lang="en-US" dirty="0"/>
              <a:t>It is a language that allows users to write commands to perform the desired operations on the data that is stored in the database.</a:t>
            </a:r>
          </a:p>
          <a:p>
            <a:pPr lvl="1" algn="just"/>
            <a:r>
              <a:rPr lang="en-US" dirty="0"/>
              <a:t>e.g. SQL</a:t>
            </a:r>
          </a:p>
        </p:txBody>
      </p:sp>
    </p:spTree>
    <p:extLst>
      <p:ext uri="{BB962C8B-B14F-4D97-AF65-F5344CB8AC3E}">
        <p14:creationId xmlns:p14="http://schemas.microsoft.com/office/powerpoint/2010/main" val="2840445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3145" y="609599"/>
            <a:ext cx="3364378" cy="5606143"/>
          </a:xfrm>
        </p:spPr>
        <p:txBody>
          <a:bodyPr>
            <a:normAutofit/>
          </a:bodyPr>
          <a:lstStyle/>
          <a:p>
            <a:r>
              <a:t>What is Database Architecture?</a:t>
            </a:r>
          </a:p>
        </p:txBody>
      </p:sp>
      <p:graphicFrame>
        <p:nvGraphicFramePr>
          <p:cNvPr id="5" name="Content Placeholder 2">
            <a:extLst>
              <a:ext uri="{FF2B5EF4-FFF2-40B4-BE49-F238E27FC236}">
                <a16:creationId xmlns:a16="http://schemas.microsoft.com/office/drawing/2014/main" id="{887807AC-0E9E-9580-260B-87EDF63B5C09}"/>
              </a:ext>
            </a:extLst>
          </p:cNvPr>
          <p:cNvGraphicFramePr>
            <a:graphicFrameLocks noGrp="1"/>
          </p:cNvGraphicFramePr>
          <p:nvPr>
            <p:ph idx="1"/>
            <p:extLst>
              <p:ext uri="{D42A27DB-BD31-4B8C-83A1-F6EECF244321}">
                <p14:modId xmlns:p14="http://schemas.microsoft.com/office/powerpoint/2010/main" val="1192757131"/>
              </p:ext>
            </p:extLst>
          </p:nvPr>
        </p:nvGraphicFramePr>
        <p:xfrm>
          <a:off x="4545013" y="1199858"/>
          <a:ext cx="6451943" cy="446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5486054C-D2B5-5337-DCBF-E35DBAC75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96D6B-4601-D482-BF62-00C2318ED213}"/>
              </a:ext>
            </a:extLst>
          </p:cNvPr>
          <p:cNvSpPr>
            <a:spLocks noGrp="1"/>
          </p:cNvSpPr>
          <p:nvPr>
            <p:ph type="title"/>
          </p:nvPr>
        </p:nvSpPr>
        <p:spPr>
          <a:xfrm>
            <a:off x="1143000" y="609600"/>
            <a:ext cx="9875520" cy="1356360"/>
          </a:xfrm>
        </p:spPr>
        <p:txBody>
          <a:bodyPr>
            <a:normAutofit/>
          </a:bodyPr>
          <a:lstStyle/>
          <a:p>
            <a:r>
              <a:rPr lang="en-US"/>
              <a:t>Three-Level Architecture</a:t>
            </a:r>
            <a:endParaRPr lang="en-PK"/>
          </a:p>
        </p:txBody>
      </p:sp>
      <p:graphicFrame>
        <p:nvGraphicFramePr>
          <p:cNvPr id="14" name="Content Placeholder 2">
            <a:extLst>
              <a:ext uri="{FF2B5EF4-FFF2-40B4-BE49-F238E27FC236}">
                <a16:creationId xmlns:a16="http://schemas.microsoft.com/office/drawing/2014/main" id="{39A5F778-7F78-DCA8-D91D-F8CDE20073F9}"/>
              </a:ext>
            </a:extLst>
          </p:cNvPr>
          <p:cNvGraphicFramePr>
            <a:graphicFrameLocks noGrp="1"/>
          </p:cNvGraphicFramePr>
          <p:nvPr>
            <p:ph idx="1"/>
            <p:extLst>
              <p:ext uri="{D42A27DB-BD31-4B8C-83A1-F6EECF244321}">
                <p14:modId xmlns:p14="http://schemas.microsoft.com/office/powerpoint/2010/main" val="1784963152"/>
              </p:ext>
            </p:extLst>
          </p:nvPr>
        </p:nvGraphicFramePr>
        <p:xfrm>
          <a:off x="1143000" y="2298530"/>
          <a:ext cx="9872663" cy="3797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35023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13A66A6-2477-702D-0984-D65364D91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9FE27-582E-6D29-B88C-1831BA06784B}"/>
              </a:ext>
            </a:extLst>
          </p:cNvPr>
          <p:cNvSpPr>
            <a:spLocks noGrp="1"/>
          </p:cNvSpPr>
          <p:nvPr>
            <p:ph type="title"/>
          </p:nvPr>
        </p:nvSpPr>
        <p:spPr>
          <a:xfrm>
            <a:off x="1143000" y="609600"/>
            <a:ext cx="9875520" cy="1356360"/>
          </a:xfrm>
        </p:spPr>
        <p:txBody>
          <a:bodyPr>
            <a:normAutofit/>
          </a:bodyPr>
          <a:lstStyle/>
          <a:p>
            <a:r>
              <a:rPr lang="en-US" b="1" dirty="0"/>
              <a:t>Analogy</a:t>
            </a:r>
          </a:p>
        </p:txBody>
      </p:sp>
      <p:graphicFrame>
        <p:nvGraphicFramePr>
          <p:cNvPr id="14" name="Content Placeholder 2">
            <a:extLst>
              <a:ext uri="{FF2B5EF4-FFF2-40B4-BE49-F238E27FC236}">
                <a16:creationId xmlns:a16="http://schemas.microsoft.com/office/drawing/2014/main" id="{A49F4D79-D4FC-6B09-9641-94826894329D}"/>
              </a:ext>
            </a:extLst>
          </p:cNvPr>
          <p:cNvGraphicFramePr>
            <a:graphicFrameLocks noGrp="1"/>
          </p:cNvGraphicFramePr>
          <p:nvPr>
            <p:ph idx="1"/>
            <p:extLst>
              <p:ext uri="{D42A27DB-BD31-4B8C-83A1-F6EECF244321}">
                <p14:modId xmlns:p14="http://schemas.microsoft.com/office/powerpoint/2010/main" val="347554304"/>
              </p:ext>
            </p:extLst>
          </p:nvPr>
        </p:nvGraphicFramePr>
        <p:xfrm>
          <a:off x="1143000" y="1965960"/>
          <a:ext cx="9872663" cy="4282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9480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9" name="Rectangle 18">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1" name="Straight Connector 20">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5" name="Rectangle 24">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7" name="Straight Connector 26">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94FA8150-7C95-B660-4A72-A5860FD569E6}"/>
              </a:ext>
            </a:extLst>
          </p:cNvPr>
          <p:cNvSpPr>
            <a:spLocks noGrp="1"/>
          </p:cNvSpPr>
          <p:nvPr>
            <p:ph type="title"/>
          </p:nvPr>
        </p:nvSpPr>
        <p:spPr>
          <a:xfrm>
            <a:off x="8195138" y="857675"/>
            <a:ext cx="3113366" cy="3430542"/>
          </a:xfrm>
        </p:spPr>
        <p:txBody>
          <a:bodyPr vert="horz" lIns="91440" tIns="45720" rIns="91440" bIns="45720" rtlCol="0" anchor="b">
            <a:normAutofit/>
          </a:bodyPr>
          <a:lstStyle/>
          <a:p>
            <a:pPr algn="ctr">
              <a:lnSpc>
                <a:spcPct val="85000"/>
              </a:lnSpc>
            </a:pPr>
            <a:r>
              <a:rPr lang="en-US" sz="3000" b="1" cap="all" dirty="0">
                <a:solidFill>
                  <a:srgbClr val="FFFFFF"/>
                </a:solidFill>
              </a:rPr>
              <a:t>Three-Level Architecture</a:t>
            </a:r>
          </a:p>
        </p:txBody>
      </p:sp>
      <p:pic>
        <p:nvPicPr>
          <p:cNvPr id="7" name="Content Placeholder 6" descr="A diagram of a diagram&#10;&#10;Description automatically generated">
            <a:extLst>
              <a:ext uri="{FF2B5EF4-FFF2-40B4-BE49-F238E27FC236}">
                <a16:creationId xmlns:a16="http://schemas.microsoft.com/office/drawing/2014/main" id="{A0E90E2E-1EFD-EA5C-8E7B-8FBC68CB66C3}"/>
              </a:ext>
            </a:extLst>
          </p:cNvPr>
          <p:cNvPicPr>
            <a:picLocks noGrp="1" noChangeAspect="1"/>
          </p:cNvPicPr>
          <p:nvPr>
            <p:ph idx="1"/>
          </p:nvPr>
        </p:nvPicPr>
        <p:blipFill>
          <a:blip r:embed="rId3"/>
          <a:stretch>
            <a:fillRect/>
          </a:stretch>
        </p:blipFill>
        <p:spPr>
          <a:xfrm>
            <a:off x="409902" y="463437"/>
            <a:ext cx="7132881" cy="5944838"/>
          </a:xfrm>
          <a:prstGeom prst="rect">
            <a:avLst/>
          </a:prstGeom>
        </p:spPr>
      </p:pic>
    </p:spTree>
    <p:extLst>
      <p:ext uri="{BB962C8B-B14F-4D97-AF65-F5344CB8AC3E}">
        <p14:creationId xmlns:p14="http://schemas.microsoft.com/office/powerpoint/2010/main" val="1788310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BD2E323-40FA-D45D-32B0-F6AAC9F4F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2F461-F001-2BBA-74C1-0D3A94CAAFCB}"/>
              </a:ext>
            </a:extLst>
          </p:cNvPr>
          <p:cNvSpPr>
            <a:spLocks noGrp="1"/>
          </p:cNvSpPr>
          <p:nvPr>
            <p:ph type="title"/>
          </p:nvPr>
        </p:nvSpPr>
        <p:spPr>
          <a:xfrm>
            <a:off x="653145" y="609599"/>
            <a:ext cx="3364378" cy="5606143"/>
          </a:xfrm>
        </p:spPr>
        <p:txBody>
          <a:bodyPr>
            <a:normAutofit/>
          </a:bodyPr>
          <a:lstStyle/>
          <a:p>
            <a:r>
              <a:rPr lang="en-US" sz="4800"/>
              <a:t>Purpose of Three-Level Architecture</a:t>
            </a:r>
            <a:endParaRPr lang="en-PK" sz="4800"/>
          </a:p>
        </p:txBody>
      </p:sp>
      <p:graphicFrame>
        <p:nvGraphicFramePr>
          <p:cNvPr id="16" name="Content Placeholder 2">
            <a:extLst>
              <a:ext uri="{FF2B5EF4-FFF2-40B4-BE49-F238E27FC236}">
                <a16:creationId xmlns:a16="http://schemas.microsoft.com/office/drawing/2014/main" id="{FFA89BD0-B453-BB42-709B-3E99C6760E8C}"/>
              </a:ext>
            </a:extLst>
          </p:cNvPr>
          <p:cNvGraphicFramePr>
            <a:graphicFrameLocks noGrp="1"/>
          </p:cNvGraphicFramePr>
          <p:nvPr>
            <p:ph idx="1"/>
            <p:extLst>
              <p:ext uri="{D42A27DB-BD31-4B8C-83A1-F6EECF244321}">
                <p14:modId xmlns:p14="http://schemas.microsoft.com/office/powerpoint/2010/main" val="99453326"/>
              </p:ext>
            </p:extLst>
          </p:nvPr>
        </p:nvGraphicFramePr>
        <p:xfrm>
          <a:off x="4545013" y="609599"/>
          <a:ext cx="6993842" cy="5606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1705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628EA6-DF33-E131-91B4-5CE02AB4706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E8DBDA3-652C-4F87-B53B-7F73AC8F4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9" name="Rectangle 18">
            <a:extLst>
              <a:ext uri="{FF2B5EF4-FFF2-40B4-BE49-F238E27FC236}">
                <a16:creationId xmlns:a16="http://schemas.microsoft.com/office/drawing/2014/main" id="{42187232-3845-418F-A17C-C138F01D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8BD47925-79E9-0AC0-6FFC-7D5193E7707F}"/>
              </a:ext>
            </a:extLst>
          </p:cNvPr>
          <p:cNvSpPr>
            <a:spLocks noGrp="1"/>
          </p:cNvSpPr>
          <p:nvPr>
            <p:ph type="title"/>
          </p:nvPr>
        </p:nvSpPr>
        <p:spPr>
          <a:xfrm>
            <a:off x="441009" y="873457"/>
            <a:ext cx="3273042" cy="5222543"/>
          </a:xfrm>
        </p:spPr>
        <p:txBody>
          <a:bodyPr>
            <a:normAutofit/>
          </a:bodyPr>
          <a:lstStyle/>
          <a:p>
            <a:r>
              <a:rPr lang="en-US" sz="2800" b="1">
                <a:solidFill>
                  <a:srgbClr val="FFFFFF"/>
                </a:solidFill>
              </a:rPr>
              <a:t>Levels of the Architecture</a:t>
            </a:r>
          </a:p>
        </p:txBody>
      </p:sp>
      <p:sp>
        <p:nvSpPr>
          <p:cNvPr id="3" name="Content Placeholder 2">
            <a:extLst>
              <a:ext uri="{FF2B5EF4-FFF2-40B4-BE49-F238E27FC236}">
                <a16:creationId xmlns:a16="http://schemas.microsoft.com/office/drawing/2014/main" id="{6AA9CB84-4E98-6843-F9A5-0E47827C256E}"/>
              </a:ext>
            </a:extLst>
          </p:cNvPr>
          <p:cNvSpPr>
            <a:spLocks noGrp="1"/>
          </p:cNvSpPr>
          <p:nvPr>
            <p:ph idx="1"/>
          </p:nvPr>
        </p:nvSpPr>
        <p:spPr>
          <a:xfrm>
            <a:off x="4596067" y="488731"/>
            <a:ext cx="7154924" cy="6101255"/>
          </a:xfrm>
        </p:spPr>
        <p:txBody>
          <a:bodyPr anchor="ctr">
            <a:normAutofit/>
          </a:bodyPr>
          <a:lstStyle/>
          <a:p>
            <a:pPr marL="560070" indent="-514350" algn="just">
              <a:buAutoNum type="arabicPeriod"/>
            </a:pPr>
            <a:r>
              <a:rPr lang="en-US" sz="2800" b="1" dirty="0">
                <a:solidFill>
                  <a:schemeClr val="tx1"/>
                </a:solidFill>
              </a:rPr>
              <a:t>External Level (User View):</a:t>
            </a:r>
          </a:p>
          <a:p>
            <a:pPr marL="914400" lvl="1" indent="-457200" algn="just"/>
            <a:r>
              <a:rPr lang="en-US" sz="2400" dirty="0">
                <a:solidFill>
                  <a:schemeClr val="tx1"/>
                </a:solidFill>
              </a:rPr>
              <a:t>This is the </a:t>
            </a:r>
            <a:r>
              <a:rPr lang="en-US" sz="2400" b="1" dirty="0">
                <a:solidFill>
                  <a:schemeClr val="tx1"/>
                </a:solidFill>
              </a:rPr>
              <a:t>highest level</a:t>
            </a:r>
            <a:r>
              <a:rPr lang="en-US" sz="2400" dirty="0">
                <a:solidFill>
                  <a:schemeClr val="tx1"/>
                </a:solidFill>
              </a:rPr>
              <a:t> of abstraction.</a:t>
            </a:r>
          </a:p>
          <a:p>
            <a:pPr marL="914400" lvl="1" indent="-457200" algn="just"/>
            <a:endParaRPr lang="en-US" sz="2400" dirty="0">
              <a:solidFill>
                <a:schemeClr val="tx1"/>
              </a:solidFill>
            </a:endParaRPr>
          </a:p>
          <a:p>
            <a:pPr marL="914400" lvl="1" indent="-457200" algn="just"/>
            <a:r>
              <a:rPr lang="en-US" sz="2400" dirty="0">
                <a:solidFill>
                  <a:schemeClr val="tx1"/>
                </a:solidFill>
              </a:rPr>
              <a:t>This level describes that part of database that is relevant to a particular user.</a:t>
            </a:r>
          </a:p>
          <a:p>
            <a:pPr marL="914400" lvl="1" indent="-457200" algn="just"/>
            <a:endParaRPr lang="en-US" sz="2400" dirty="0">
              <a:solidFill>
                <a:schemeClr val="tx1"/>
              </a:solidFill>
            </a:endParaRPr>
          </a:p>
          <a:p>
            <a:pPr marL="914400" lvl="1" indent="-457200" algn="just"/>
            <a:r>
              <a:rPr lang="en-US" sz="2400" dirty="0">
                <a:solidFill>
                  <a:schemeClr val="tx1"/>
                </a:solidFill>
              </a:rPr>
              <a:t>Defines how users or applications interact with the database.</a:t>
            </a:r>
          </a:p>
          <a:p>
            <a:pPr marL="914400" lvl="1" indent="-457200" algn="just"/>
            <a:endParaRPr lang="en-US" sz="2400" dirty="0">
              <a:solidFill>
                <a:schemeClr val="tx1"/>
              </a:solidFill>
            </a:endParaRPr>
          </a:p>
          <a:p>
            <a:pPr marL="914400" lvl="1" indent="-457200" algn="just"/>
            <a:r>
              <a:rPr lang="en-US" sz="2400" dirty="0">
                <a:solidFill>
                  <a:schemeClr val="tx1"/>
                </a:solidFill>
              </a:rPr>
              <a:t>Each user can have a </a:t>
            </a:r>
            <a:r>
              <a:rPr lang="en-US" sz="2400" b="1" dirty="0">
                <a:solidFill>
                  <a:schemeClr val="tx1"/>
                </a:solidFill>
              </a:rPr>
              <a:t>customized view</a:t>
            </a:r>
            <a:r>
              <a:rPr lang="en-US" sz="2400" dirty="0">
                <a:solidFill>
                  <a:schemeClr val="tx1"/>
                </a:solidFill>
              </a:rPr>
              <a:t> of the database without being aware of the full schema.</a:t>
            </a:r>
          </a:p>
          <a:p>
            <a:pPr marL="914400" lvl="1" indent="-457200" algn="just"/>
            <a:r>
              <a:rPr lang="en-US" sz="2400" b="1" dirty="0">
                <a:solidFill>
                  <a:schemeClr val="tx1"/>
                </a:solidFill>
              </a:rPr>
              <a:t>Example:</a:t>
            </a:r>
            <a:endParaRPr lang="en-US" sz="2400" dirty="0">
              <a:solidFill>
                <a:schemeClr val="tx1"/>
              </a:solidFill>
            </a:endParaRPr>
          </a:p>
          <a:p>
            <a:pPr marL="1371600" lvl="2" indent="-457200" algn="just"/>
            <a:r>
              <a:rPr lang="en-US" sz="2400" dirty="0">
                <a:solidFill>
                  <a:schemeClr val="tx1"/>
                </a:solidFill>
              </a:rPr>
              <a:t>An HR manager sees only employee records, while a finance team sees payroll data.</a:t>
            </a:r>
          </a:p>
        </p:txBody>
      </p:sp>
    </p:spTree>
    <p:extLst>
      <p:ext uri="{BB962C8B-B14F-4D97-AF65-F5344CB8AC3E}">
        <p14:creationId xmlns:p14="http://schemas.microsoft.com/office/powerpoint/2010/main" val="3042477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68106B2-06D3-A420-00B0-4A39968F631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40EEA9D-79DF-5C6E-375F-315A4A34C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B3BDDAB8-E628-F1F4-7420-1CC5CE52D3EB}"/>
              </a:ext>
            </a:extLst>
          </p:cNvPr>
          <p:cNvSpPr>
            <a:spLocks noGrp="1"/>
          </p:cNvSpPr>
          <p:nvPr>
            <p:ph type="title"/>
          </p:nvPr>
        </p:nvSpPr>
        <p:spPr>
          <a:xfrm>
            <a:off x="707064" y="609600"/>
            <a:ext cx="10613960" cy="1356360"/>
          </a:xfrm>
        </p:spPr>
        <p:txBody>
          <a:bodyPr>
            <a:normAutofit/>
          </a:bodyPr>
          <a:lstStyle/>
          <a:p>
            <a:r>
              <a:rPr lang="en-US" b="1" dirty="0"/>
              <a:t>Levels of the Architecture</a:t>
            </a:r>
          </a:p>
        </p:txBody>
      </p:sp>
      <p:graphicFrame>
        <p:nvGraphicFramePr>
          <p:cNvPr id="14" name="Content Placeholder 2">
            <a:extLst>
              <a:ext uri="{FF2B5EF4-FFF2-40B4-BE49-F238E27FC236}">
                <a16:creationId xmlns:a16="http://schemas.microsoft.com/office/drawing/2014/main" id="{610D8C3F-C7D6-79E3-592B-C0B11C0E7254}"/>
              </a:ext>
            </a:extLst>
          </p:cNvPr>
          <p:cNvGraphicFramePr>
            <a:graphicFrameLocks noGrp="1"/>
          </p:cNvGraphicFramePr>
          <p:nvPr>
            <p:ph idx="1"/>
            <p:extLst>
              <p:ext uri="{D42A27DB-BD31-4B8C-83A1-F6EECF244321}">
                <p14:modId xmlns:p14="http://schemas.microsoft.com/office/powerpoint/2010/main" val="3891993320"/>
              </p:ext>
            </p:extLst>
          </p:nvPr>
        </p:nvGraphicFramePr>
        <p:xfrm>
          <a:off x="707064" y="2057400"/>
          <a:ext cx="1061396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1323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DC92E4-04CF-1936-24ED-8C02EF04F6FE}"/>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7578A52D-2496-4956-A9A4-EA5C38B2F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4" name="Rectangle 23">
            <a:extLst>
              <a:ext uri="{FF2B5EF4-FFF2-40B4-BE49-F238E27FC236}">
                <a16:creationId xmlns:a16="http://schemas.microsoft.com/office/drawing/2014/main" id="{9809C8E2-EF9B-4E0B-A17E-836DE0508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8533" cy="1886373"/>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DCF24B91-3794-1147-3E1D-059D194FC828}"/>
              </a:ext>
            </a:extLst>
          </p:cNvPr>
          <p:cNvSpPr>
            <a:spLocks noGrp="1"/>
          </p:cNvSpPr>
          <p:nvPr>
            <p:ph type="title"/>
          </p:nvPr>
        </p:nvSpPr>
        <p:spPr>
          <a:xfrm>
            <a:off x="1143000" y="609600"/>
            <a:ext cx="9875520" cy="1356360"/>
          </a:xfrm>
        </p:spPr>
        <p:txBody>
          <a:bodyPr>
            <a:normAutofit/>
          </a:bodyPr>
          <a:lstStyle/>
          <a:p>
            <a:r>
              <a:rPr lang="en-US" b="1">
                <a:solidFill>
                  <a:srgbClr val="FFFFFF"/>
                </a:solidFill>
              </a:rPr>
              <a:t>Levels of the Architecture</a:t>
            </a:r>
          </a:p>
        </p:txBody>
      </p:sp>
      <p:sp useBgFill="1">
        <p:nvSpPr>
          <p:cNvPr id="25" name="Rectangle 24">
            <a:extLst>
              <a:ext uri="{FF2B5EF4-FFF2-40B4-BE49-F238E27FC236}">
                <a16:creationId xmlns:a16="http://schemas.microsoft.com/office/drawing/2014/main" id="{61EB557E-621E-4254-B750-85274C5F4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29841"/>
            <a:ext cx="12192000" cy="4328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29BD74C-4B7D-9408-A03F-BE4A6614E582}"/>
              </a:ext>
            </a:extLst>
          </p:cNvPr>
          <p:cNvSpPr>
            <a:spLocks noGrp="1"/>
          </p:cNvSpPr>
          <p:nvPr>
            <p:ph idx="1"/>
          </p:nvPr>
        </p:nvSpPr>
        <p:spPr>
          <a:xfrm>
            <a:off x="1143000" y="2852530"/>
            <a:ext cx="9987455" cy="3683737"/>
          </a:xfrm>
        </p:spPr>
        <p:txBody>
          <a:bodyPr>
            <a:normAutofit/>
          </a:bodyPr>
          <a:lstStyle/>
          <a:p>
            <a:pPr marL="45720" indent="0">
              <a:buNone/>
            </a:pPr>
            <a:r>
              <a:rPr lang="en-US" sz="2800" b="1" dirty="0">
                <a:solidFill>
                  <a:schemeClr val="tx1"/>
                </a:solidFill>
              </a:rPr>
              <a:t>3. Internal Level (Physical View):</a:t>
            </a:r>
            <a:endParaRPr lang="en-US" sz="2800" dirty="0">
              <a:solidFill>
                <a:schemeClr val="tx1"/>
              </a:solidFill>
            </a:endParaRPr>
          </a:p>
          <a:p>
            <a:pPr lvl="1">
              <a:buFont typeface="Arial" panose="020B0604020202020204" pitchFamily="34" charset="0"/>
              <a:buChar char="•"/>
            </a:pPr>
            <a:r>
              <a:rPr lang="en-US" sz="2400" dirty="0">
                <a:solidFill>
                  <a:schemeClr val="tx1"/>
                </a:solidFill>
              </a:rPr>
              <a:t>The </a:t>
            </a:r>
            <a:r>
              <a:rPr lang="en-US" sz="2400" b="1" dirty="0">
                <a:solidFill>
                  <a:schemeClr val="tx1"/>
                </a:solidFill>
              </a:rPr>
              <a:t>lowest level</a:t>
            </a:r>
            <a:r>
              <a:rPr lang="en-US" sz="2400" dirty="0">
                <a:solidFill>
                  <a:schemeClr val="tx1"/>
                </a:solidFill>
              </a:rPr>
              <a:t> of abstraction.</a:t>
            </a:r>
          </a:p>
          <a:p>
            <a:pPr lvl="1">
              <a:buFont typeface="Arial" panose="020B0604020202020204" pitchFamily="34" charset="0"/>
              <a:buChar char="•"/>
            </a:pPr>
            <a:r>
              <a:rPr lang="en-US" sz="2400" dirty="0">
                <a:solidFill>
                  <a:schemeClr val="tx1"/>
                </a:solidFill>
              </a:rPr>
              <a:t>Focuses on the </a:t>
            </a:r>
            <a:r>
              <a:rPr lang="en-US" sz="2400" b="1" dirty="0">
                <a:solidFill>
                  <a:schemeClr val="tx1"/>
                </a:solidFill>
              </a:rPr>
              <a:t>physical storage</a:t>
            </a:r>
            <a:r>
              <a:rPr lang="en-US" sz="2400" dirty="0">
                <a:solidFill>
                  <a:schemeClr val="tx1"/>
                </a:solidFill>
              </a:rPr>
              <a:t> of data (e.g., how data is stored on disk, indexing, file systems).</a:t>
            </a:r>
          </a:p>
          <a:p>
            <a:pPr lvl="1">
              <a:buFont typeface="Arial" panose="020B0604020202020204" pitchFamily="34" charset="0"/>
              <a:buChar char="•"/>
            </a:pPr>
            <a:r>
              <a:rPr lang="en-US" sz="2400" dirty="0">
                <a:solidFill>
                  <a:schemeClr val="tx1"/>
                </a:solidFill>
              </a:rPr>
              <a:t>Ensures efficient storage, retrieval, and maintenance.</a:t>
            </a:r>
          </a:p>
          <a:p>
            <a:pPr lvl="1">
              <a:buFont typeface="Arial" panose="020B0604020202020204" pitchFamily="34" charset="0"/>
              <a:buChar char="•"/>
            </a:pPr>
            <a:r>
              <a:rPr lang="en-US" sz="2400" dirty="0">
                <a:solidFill>
                  <a:schemeClr val="tx1"/>
                </a:solidFill>
              </a:rPr>
              <a:t>Describes how the data is stored in the database.</a:t>
            </a:r>
          </a:p>
          <a:p>
            <a:pPr lvl="1">
              <a:buFont typeface="Arial" panose="020B0604020202020204" pitchFamily="34" charset="0"/>
              <a:buChar char="•"/>
            </a:pPr>
            <a:r>
              <a:rPr lang="en-US" sz="2400" b="1" dirty="0">
                <a:solidFill>
                  <a:schemeClr val="tx1"/>
                </a:solidFill>
              </a:rPr>
              <a:t>Example:</a:t>
            </a:r>
            <a:endParaRPr lang="en-US" sz="2400" dirty="0">
              <a:solidFill>
                <a:schemeClr val="tx1"/>
              </a:solidFill>
            </a:endParaRPr>
          </a:p>
          <a:p>
            <a:pPr marL="1017270" lvl="2" indent="-285750">
              <a:buFont typeface="Arial" panose="020B0604020202020204" pitchFamily="34" charset="0"/>
              <a:buChar char="•"/>
            </a:pPr>
            <a:r>
              <a:rPr lang="en-US" sz="2000" dirty="0">
                <a:solidFill>
                  <a:schemeClr val="tx1"/>
                </a:solidFill>
              </a:rPr>
              <a:t>Data stored using B-trees or hash indexing.</a:t>
            </a:r>
          </a:p>
        </p:txBody>
      </p:sp>
    </p:spTree>
    <p:extLst>
      <p:ext uri="{BB962C8B-B14F-4D97-AF65-F5344CB8AC3E}">
        <p14:creationId xmlns:p14="http://schemas.microsoft.com/office/powerpoint/2010/main" val="41058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a:extLst>
            <a:ext uri="{FF2B5EF4-FFF2-40B4-BE49-F238E27FC236}">
              <a16:creationId xmlns:a16="http://schemas.microsoft.com/office/drawing/2014/main" id="{7DF47AEC-BDFC-E23D-FCFA-FFEFA3D76F5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8822996-5389-2F02-D971-704D08C8F7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6A5CF9DB-5758-C1CA-7FC3-4147B1230A67}"/>
              </a:ext>
            </a:extLst>
          </p:cNvPr>
          <p:cNvSpPr>
            <a:spLocks noGrp="1"/>
          </p:cNvSpPr>
          <p:nvPr>
            <p:ph type="title"/>
          </p:nvPr>
        </p:nvSpPr>
        <p:spPr>
          <a:xfrm>
            <a:off x="707064" y="609600"/>
            <a:ext cx="10613960" cy="1356360"/>
          </a:xfrm>
        </p:spPr>
        <p:txBody>
          <a:bodyPr>
            <a:normAutofit/>
          </a:bodyPr>
          <a:lstStyle/>
          <a:p>
            <a:r>
              <a:rPr lang="en-US" b="1" dirty="0"/>
              <a:t>Diagram: ANSI-SPARC Architecture</a:t>
            </a:r>
          </a:p>
        </p:txBody>
      </p:sp>
      <p:sp>
        <p:nvSpPr>
          <p:cNvPr id="3" name="Content Placeholder 2">
            <a:extLst>
              <a:ext uri="{FF2B5EF4-FFF2-40B4-BE49-F238E27FC236}">
                <a16:creationId xmlns:a16="http://schemas.microsoft.com/office/drawing/2014/main" id="{2F18B46F-7D23-3F52-9A9B-898529944F4F}"/>
              </a:ext>
            </a:extLst>
          </p:cNvPr>
          <p:cNvSpPr>
            <a:spLocks noGrp="1"/>
          </p:cNvSpPr>
          <p:nvPr>
            <p:ph idx="1"/>
          </p:nvPr>
        </p:nvSpPr>
        <p:spPr>
          <a:xfrm>
            <a:off x="707064" y="2057400"/>
            <a:ext cx="10613960" cy="4038600"/>
          </a:xfrm>
        </p:spPr>
        <p:txBody>
          <a:bodyPr>
            <a:normAutofit/>
          </a:bodyPr>
          <a:lstStyle/>
          <a:p>
            <a:pPr>
              <a:buFont typeface="+mj-lt"/>
              <a:buAutoNum type="arabicPeriod"/>
            </a:pPr>
            <a:endParaRPr lang="en-US" dirty="0"/>
          </a:p>
        </p:txBody>
      </p:sp>
      <p:sp>
        <p:nvSpPr>
          <p:cNvPr id="5" name="TextBox 4">
            <a:extLst>
              <a:ext uri="{FF2B5EF4-FFF2-40B4-BE49-F238E27FC236}">
                <a16:creationId xmlns:a16="http://schemas.microsoft.com/office/drawing/2014/main" id="{84F2BAB5-9B55-E7BF-191F-AE487D9C2A06}"/>
              </a:ext>
            </a:extLst>
          </p:cNvPr>
          <p:cNvSpPr txBox="1"/>
          <p:nvPr/>
        </p:nvSpPr>
        <p:spPr>
          <a:xfrm>
            <a:off x="707064" y="2057400"/>
            <a:ext cx="10613960" cy="4370427"/>
          </a:xfrm>
          <a:prstGeom prst="rect">
            <a:avLst/>
          </a:prstGeom>
          <a:ln w="76200"/>
        </p:spPr>
        <p:style>
          <a:lnRef idx="2">
            <a:schemeClr val="accent1"/>
          </a:lnRef>
          <a:fillRef idx="1">
            <a:schemeClr val="lt1"/>
          </a:fillRef>
          <a:effectRef idx="0">
            <a:schemeClr val="accent1"/>
          </a:effectRef>
          <a:fontRef idx="minor">
            <a:schemeClr val="dk1"/>
          </a:fontRef>
        </p:style>
        <p:txBody>
          <a:bodyPr wrap="square">
            <a:spAutoFit/>
          </a:bodyPr>
          <a:lstStyle/>
          <a:p>
            <a:endParaRPr lang="en-US" dirty="0">
              <a:solidFill>
                <a:schemeClr val="accent1"/>
              </a:solidFill>
            </a:endParaRPr>
          </a:p>
          <a:p>
            <a:endParaRPr lang="en-US" dirty="0">
              <a:solidFill>
                <a:schemeClr val="accent1"/>
              </a:solidFill>
            </a:endParaRPr>
          </a:p>
          <a:p>
            <a:endParaRPr lang="en-US" dirty="0">
              <a:solidFill>
                <a:schemeClr val="accent1"/>
              </a:solidFill>
            </a:endParaRPr>
          </a:p>
          <a:p>
            <a:r>
              <a:rPr lang="en-PK" sz="3200" dirty="0">
                <a:solidFill>
                  <a:schemeClr val="accent1"/>
                </a:solidFill>
              </a:rPr>
              <a:t>External Level: User-Specific Views</a:t>
            </a:r>
          </a:p>
          <a:p>
            <a:r>
              <a:rPr lang="en-PK" sz="3200" dirty="0">
                <a:solidFill>
                  <a:schemeClr val="accent1"/>
                </a:solidFill>
              </a:rPr>
              <a:t>   ↕</a:t>
            </a:r>
          </a:p>
          <a:p>
            <a:r>
              <a:rPr lang="en-PK" sz="3200" dirty="0">
                <a:solidFill>
                  <a:schemeClr val="accent1"/>
                </a:solidFill>
              </a:rPr>
              <a:t>Conceptual Level: Logical Schema (Unified View of Data)</a:t>
            </a:r>
          </a:p>
          <a:p>
            <a:r>
              <a:rPr lang="en-PK" sz="3200" dirty="0">
                <a:solidFill>
                  <a:schemeClr val="accent1"/>
                </a:solidFill>
              </a:rPr>
              <a:t>   ↕</a:t>
            </a:r>
          </a:p>
          <a:p>
            <a:r>
              <a:rPr lang="en-PK" sz="3200" dirty="0">
                <a:solidFill>
                  <a:schemeClr val="accent1"/>
                </a:solidFill>
              </a:rPr>
              <a:t>Internal Level: Physical Storage (File Systems, Indexing)</a:t>
            </a:r>
            <a:endParaRPr lang="en-US" sz="3200" dirty="0">
              <a:solidFill>
                <a:schemeClr val="accent1"/>
              </a:solidFill>
            </a:endParaRPr>
          </a:p>
          <a:p>
            <a:endParaRPr lang="en-US" sz="3200" dirty="0">
              <a:solidFill>
                <a:schemeClr val="accent1"/>
              </a:solidFill>
            </a:endParaRPr>
          </a:p>
          <a:p>
            <a:endParaRPr lang="en-US" sz="3200" dirty="0">
              <a:solidFill>
                <a:schemeClr val="accent1"/>
              </a:solidFill>
            </a:endParaRPr>
          </a:p>
        </p:txBody>
      </p:sp>
    </p:spTree>
    <p:extLst>
      <p:ext uri="{BB962C8B-B14F-4D97-AF65-F5344CB8AC3E}">
        <p14:creationId xmlns:p14="http://schemas.microsoft.com/office/powerpoint/2010/main" val="673981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1C7E447-E00E-92EE-BC3E-1979091C4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3FEA0-9C57-6C7F-77E4-AEAEEC6BBC59}"/>
              </a:ext>
            </a:extLst>
          </p:cNvPr>
          <p:cNvSpPr>
            <a:spLocks noGrp="1"/>
          </p:cNvSpPr>
          <p:nvPr>
            <p:ph type="title"/>
          </p:nvPr>
        </p:nvSpPr>
        <p:spPr>
          <a:xfrm>
            <a:off x="653145" y="609599"/>
            <a:ext cx="3364378" cy="5606143"/>
          </a:xfrm>
        </p:spPr>
        <p:txBody>
          <a:bodyPr>
            <a:normAutofit/>
          </a:bodyPr>
          <a:lstStyle/>
          <a:p>
            <a:r>
              <a:rPr lang="en-US" sz="4800" b="1" dirty="0"/>
              <a:t>Example in Real Systems</a:t>
            </a:r>
          </a:p>
        </p:txBody>
      </p:sp>
      <p:graphicFrame>
        <p:nvGraphicFramePr>
          <p:cNvPr id="14" name="Content Placeholder 2">
            <a:extLst>
              <a:ext uri="{FF2B5EF4-FFF2-40B4-BE49-F238E27FC236}">
                <a16:creationId xmlns:a16="http://schemas.microsoft.com/office/drawing/2014/main" id="{36B14F0E-03C3-70F3-9C9B-5D9A6D660ABA}"/>
              </a:ext>
            </a:extLst>
          </p:cNvPr>
          <p:cNvGraphicFramePr>
            <a:graphicFrameLocks noGrp="1"/>
          </p:cNvGraphicFramePr>
          <p:nvPr>
            <p:ph idx="1"/>
            <p:extLst>
              <p:ext uri="{D42A27DB-BD31-4B8C-83A1-F6EECF244321}">
                <p14:modId xmlns:p14="http://schemas.microsoft.com/office/powerpoint/2010/main" val="3353622204"/>
              </p:ext>
            </p:extLst>
          </p:nvPr>
        </p:nvGraphicFramePr>
        <p:xfrm>
          <a:off x="4017523" y="772510"/>
          <a:ext cx="7775084" cy="5606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0350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CC2CD4B-37B1-1EFA-F919-52D307CFC032}"/>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9" name="Rectangle 18">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1" name="Straight Connector 20">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3FE6F10-B3AD-4403-94CA-F5115528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25" name="Rectangle 24">
            <a:extLst>
              <a:ext uri="{FF2B5EF4-FFF2-40B4-BE49-F238E27FC236}">
                <a16:creationId xmlns:a16="http://schemas.microsoft.com/office/drawing/2014/main" id="{364D6A39-A4F7-4B00-9F42-3BC67177D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7" name="Straight Connector 26">
            <a:extLst>
              <a:ext uri="{FF2B5EF4-FFF2-40B4-BE49-F238E27FC236}">
                <a16:creationId xmlns:a16="http://schemas.microsoft.com/office/drawing/2014/main" id="{13553ADF-88A1-4645-B819-890CA3DF7D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B5D0D97D-7911-4A25-88E2-4D81FD4AB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0C81771F-15A5-B9F8-43AC-CFD2A9729173}"/>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a:lnSpc>
                <a:spcPct val="85000"/>
              </a:lnSpc>
            </a:pPr>
            <a:r>
              <a:rPr lang="en-US" sz="3000" b="1" cap="all">
                <a:solidFill>
                  <a:srgbClr val="FFFFFF"/>
                </a:solidFill>
              </a:rPr>
              <a:t>Differences between Three Levels of</a:t>
            </a:r>
            <a:br>
              <a:rPr lang="en-US" sz="3000" b="1" cap="all">
                <a:solidFill>
                  <a:srgbClr val="FFFFFF"/>
                </a:solidFill>
              </a:rPr>
            </a:br>
            <a:r>
              <a:rPr lang="en-US" sz="3000" b="1" cap="all">
                <a:solidFill>
                  <a:srgbClr val="FFFFFF"/>
                </a:solidFill>
              </a:rPr>
              <a:t>ANSI-SPARC Architecture</a:t>
            </a:r>
          </a:p>
        </p:txBody>
      </p:sp>
      <p:pic>
        <p:nvPicPr>
          <p:cNvPr id="5" name="Content Placeholder 4">
            <a:extLst>
              <a:ext uri="{FF2B5EF4-FFF2-40B4-BE49-F238E27FC236}">
                <a16:creationId xmlns:a16="http://schemas.microsoft.com/office/drawing/2014/main" id="{4FBF59D9-EA02-6833-5719-C436111EEA39}"/>
              </a:ext>
            </a:extLst>
          </p:cNvPr>
          <p:cNvPicPr>
            <a:picLocks noGrp="1" noChangeAspect="1"/>
          </p:cNvPicPr>
          <p:nvPr>
            <p:ph idx="1"/>
          </p:nvPr>
        </p:nvPicPr>
        <p:blipFill>
          <a:blip r:embed="rId3"/>
          <a:srcRect l="643" r="-2332" b="-1"/>
          <a:stretch/>
        </p:blipFill>
        <p:spPr>
          <a:xfrm>
            <a:off x="319447" y="698885"/>
            <a:ext cx="7326885" cy="5460229"/>
          </a:xfrm>
          <a:prstGeom prst="rect">
            <a:avLst/>
          </a:prstGeom>
        </p:spPr>
      </p:pic>
    </p:spTree>
    <p:extLst>
      <p:ext uri="{BB962C8B-B14F-4D97-AF65-F5344CB8AC3E}">
        <p14:creationId xmlns:p14="http://schemas.microsoft.com/office/powerpoint/2010/main" val="4166261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9CE5B-78DC-6678-A178-E11473BC5E20}"/>
              </a:ext>
            </a:extLst>
          </p:cNvPr>
          <p:cNvSpPr>
            <a:spLocks noGrp="1"/>
          </p:cNvSpPr>
          <p:nvPr>
            <p:ph type="title"/>
          </p:nvPr>
        </p:nvSpPr>
        <p:spPr/>
        <p:txBody>
          <a:bodyPr/>
          <a:lstStyle/>
          <a:p>
            <a:r>
              <a:rPr lang="en-US" dirty="0"/>
              <a:t>Data Independence and the ANSI-SPARC Three-Level Architecture</a:t>
            </a:r>
            <a:endParaRPr lang="en-PK" dirty="0"/>
          </a:p>
        </p:txBody>
      </p:sp>
      <p:pic>
        <p:nvPicPr>
          <p:cNvPr id="5" name="Content Placeholder 4">
            <a:extLst>
              <a:ext uri="{FF2B5EF4-FFF2-40B4-BE49-F238E27FC236}">
                <a16:creationId xmlns:a16="http://schemas.microsoft.com/office/drawing/2014/main" id="{F84D35A7-2618-8FF7-8E66-5C4204F352C1}"/>
              </a:ext>
            </a:extLst>
          </p:cNvPr>
          <p:cNvPicPr>
            <a:picLocks noGrp="1" noChangeAspect="1"/>
          </p:cNvPicPr>
          <p:nvPr>
            <p:ph idx="1"/>
          </p:nvPr>
        </p:nvPicPr>
        <p:blipFill>
          <a:blip r:embed="rId2"/>
          <a:stretch>
            <a:fillRect/>
          </a:stretch>
        </p:blipFill>
        <p:spPr>
          <a:xfrm>
            <a:off x="1173480" y="1965960"/>
            <a:ext cx="9875520" cy="4468216"/>
          </a:xfrm>
        </p:spPr>
      </p:pic>
    </p:spTree>
    <p:extLst>
      <p:ext uri="{BB962C8B-B14F-4D97-AF65-F5344CB8AC3E}">
        <p14:creationId xmlns:p14="http://schemas.microsoft.com/office/powerpoint/2010/main" val="342012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8DBDA3-652C-4F87-B53B-7F73AC8F4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0" name="Rectangle 9">
            <a:extLst>
              <a:ext uri="{FF2B5EF4-FFF2-40B4-BE49-F238E27FC236}">
                <a16:creationId xmlns:a16="http://schemas.microsoft.com/office/drawing/2014/main" id="{42187232-3845-418F-A17C-C138F01D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942"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1B42D62-41E7-5D73-1ADE-6BD90106A163}"/>
              </a:ext>
            </a:extLst>
          </p:cNvPr>
          <p:cNvSpPr>
            <a:spLocks noGrp="1"/>
          </p:cNvSpPr>
          <p:nvPr>
            <p:ph type="title"/>
          </p:nvPr>
        </p:nvSpPr>
        <p:spPr>
          <a:xfrm>
            <a:off x="8477950" y="873457"/>
            <a:ext cx="3273042" cy="5222543"/>
          </a:xfrm>
        </p:spPr>
        <p:txBody>
          <a:bodyPr>
            <a:normAutofit/>
          </a:bodyPr>
          <a:lstStyle/>
          <a:p>
            <a:r>
              <a:rPr lang="en-US" sz="2800">
                <a:solidFill>
                  <a:srgbClr val="FFFFFF"/>
                </a:solidFill>
              </a:rPr>
              <a:t>Data Independence and the ANSI-SPARC Three-Level Architecture</a:t>
            </a:r>
            <a:endParaRPr lang="en-PK" sz="2800">
              <a:solidFill>
                <a:srgbClr val="FFFFFF"/>
              </a:solidFill>
            </a:endParaRPr>
          </a:p>
        </p:txBody>
      </p:sp>
      <p:sp>
        <p:nvSpPr>
          <p:cNvPr id="3" name="Content Placeholder 2">
            <a:extLst>
              <a:ext uri="{FF2B5EF4-FFF2-40B4-BE49-F238E27FC236}">
                <a16:creationId xmlns:a16="http://schemas.microsoft.com/office/drawing/2014/main" id="{4EAC0A94-06B0-525A-00CA-4CD3B867C09C}"/>
              </a:ext>
            </a:extLst>
          </p:cNvPr>
          <p:cNvSpPr>
            <a:spLocks noGrp="1"/>
          </p:cNvSpPr>
          <p:nvPr>
            <p:ph idx="1"/>
          </p:nvPr>
        </p:nvSpPr>
        <p:spPr>
          <a:xfrm>
            <a:off x="126124" y="189187"/>
            <a:ext cx="7725104" cy="6511158"/>
          </a:xfrm>
        </p:spPr>
        <p:txBody>
          <a:bodyPr anchor="ctr">
            <a:normAutofit/>
          </a:bodyPr>
          <a:lstStyle/>
          <a:p>
            <a:pPr algn="just"/>
            <a:r>
              <a:rPr lang="en-US" sz="2400" b="1" dirty="0">
                <a:solidFill>
                  <a:schemeClr val="tx1"/>
                </a:solidFill>
              </a:rPr>
              <a:t>Data independence </a:t>
            </a:r>
            <a:r>
              <a:rPr lang="en-US" sz="2400" dirty="0">
                <a:solidFill>
                  <a:schemeClr val="tx1"/>
                </a:solidFill>
              </a:rPr>
              <a:t>ensures that changes at one level of a database system do not affect higher levels.</a:t>
            </a:r>
          </a:p>
          <a:p>
            <a:pPr algn="just"/>
            <a:r>
              <a:rPr lang="en-US" sz="2400" b="1" dirty="0">
                <a:solidFill>
                  <a:schemeClr val="tx1"/>
                </a:solidFill>
              </a:rPr>
              <a:t>Logical Data Independence </a:t>
            </a:r>
          </a:p>
          <a:p>
            <a:pPr lvl="1" algn="just">
              <a:spcBef>
                <a:spcPts val="1200"/>
              </a:spcBef>
              <a:spcAft>
                <a:spcPts val="0"/>
              </a:spcAft>
            </a:pPr>
            <a:r>
              <a:rPr lang="en-US" sz="2400" dirty="0">
                <a:solidFill>
                  <a:schemeClr val="tx1"/>
                </a:solidFill>
              </a:rPr>
              <a:t>Logical data independence refers to the </a:t>
            </a:r>
            <a:r>
              <a:rPr lang="en-US" sz="2400" b="1" dirty="0">
                <a:solidFill>
                  <a:schemeClr val="tx1"/>
                </a:solidFill>
              </a:rPr>
              <a:t>ability to change the conceptual schema without requiring changes to the external schemas </a:t>
            </a:r>
            <a:r>
              <a:rPr lang="en-US" sz="2400" dirty="0">
                <a:solidFill>
                  <a:schemeClr val="tx1"/>
                </a:solidFill>
              </a:rPr>
              <a:t>or application programs.</a:t>
            </a:r>
          </a:p>
          <a:p>
            <a:pPr lvl="1" algn="just">
              <a:spcBef>
                <a:spcPts val="1200"/>
              </a:spcBef>
              <a:spcAft>
                <a:spcPts val="0"/>
              </a:spcAft>
            </a:pPr>
            <a:r>
              <a:rPr lang="en-US" sz="2400" dirty="0">
                <a:solidFill>
                  <a:schemeClr val="tx1"/>
                </a:solidFill>
              </a:rPr>
              <a:t>This means modifications such as </a:t>
            </a:r>
            <a:r>
              <a:rPr lang="en-US" sz="2400" b="1" dirty="0">
                <a:solidFill>
                  <a:schemeClr val="tx1"/>
                </a:solidFill>
              </a:rPr>
              <a:t>adding or removing entities, attributes, or relationships do not impact how users interact with the database</a:t>
            </a:r>
            <a:r>
              <a:rPr lang="en-US" sz="2400" dirty="0">
                <a:solidFill>
                  <a:schemeClr val="tx1"/>
                </a:solidFill>
              </a:rPr>
              <a:t>.</a:t>
            </a:r>
          </a:p>
          <a:p>
            <a:pPr lvl="1" algn="just">
              <a:spcBef>
                <a:spcPts val="1200"/>
              </a:spcBef>
              <a:spcAft>
                <a:spcPts val="0"/>
              </a:spcAft>
            </a:pPr>
            <a:r>
              <a:rPr lang="en-US" sz="2400" dirty="0">
                <a:solidFill>
                  <a:schemeClr val="tx1"/>
                </a:solidFill>
              </a:rPr>
              <a:t>For example, if a university database adds a new attribute for student email addresses, logical data independence ensures that existing applications retrieving student information remain unaffected.</a:t>
            </a:r>
            <a:endParaRPr lang="en-PK" sz="2400" dirty="0">
              <a:solidFill>
                <a:schemeClr val="tx1"/>
              </a:solidFill>
            </a:endParaRPr>
          </a:p>
        </p:txBody>
      </p:sp>
    </p:spTree>
    <p:extLst>
      <p:ext uri="{BB962C8B-B14F-4D97-AF65-F5344CB8AC3E}">
        <p14:creationId xmlns:p14="http://schemas.microsoft.com/office/powerpoint/2010/main" val="1218210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8DBDA3-652C-4F87-B53B-7F73AC8F4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0" name="Rectangle 9">
            <a:extLst>
              <a:ext uri="{FF2B5EF4-FFF2-40B4-BE49-F238E27FC236}">
                <a16:creationId xmlns:a16="http://schemas.microsoft.com/office/drawing/2014/main" id="{42187232-3845-418F-A17C-C138F01D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942"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A7D5EA2F-26EA-D091-0E2C-290B3695E53F}"/>
              </a:ext>
            </a:extLst>
          </p:cNvPr>
          <p:cNvSpPr>
            <a:spLocks noGrp="1"/>
          </p:cNvSpPr>
          <p:nvPr>
            <p:ph type="title"/>
          </p:nvPr>
        </p:nvSpPr>
        <p:spPr>
          <a:xfrm>
            <a:off x="8477950" y="873457"/>
            <a:ext cx="3273042" cy="5222543"/>
          </a:xfrm>
        </p:spPr>
        <p:txBody>
          <a:bodyPr>
            <a:normAutofit/>
          </a:bodyPr>
          <a:lstStyle/>
          <a:p>
            <a:r>
              <a:rPr lang="en-US" sz="2800">
                <a:solidFill>
                  <a:srgbClr val="FFFFFF"/>
                </a:solidFill>
              </a:rPr>
              <a:t>Data Independence and the ANSI-SPARC Three-Level Architecture</a:t>
            </a:r>
            <a:endParaRPr lang="en-PK" sz="2800">
              <a:solidFill>
                <a:srgbClr val="FFFFFF"/>
              </a:solidFill>
            </a:endParaRPr>
          </a:p>
        </p:txBody>
      </p:sp>
      <p:sp>
        <p:nvSpPr>
          <p:cNvPr id="3" name="Content Placeholder 2">
            <a:extLst>
              <a:ext uri="{FF2B5EF4-FFF2-40B4-BE49-F238E27FC236}">
                <a16:creationId xmlns:a16="http://schemas.microsoft.com/office/drawing/2014/main" id="{F6B37E5B-923A-9CCE-481E-DB4EA4EB3BD9}"/>
              </a:ext>
            </a:extLst>
          </p:cNvPr>
          <p:cNvSpPr>
            <a:spLocks noGrp="1"/>
          </p:cNvSpPr>
          <p:nvPr>
            <p:ph idx="1"/>
          </p:nvPr>
        </p:nvSpPr>
        <p:spPr>
          <a:xfrm>
            <a:off x="236483" y="252249"/>
            <a:ext cx="7630510" cy="6385034"/>
          </a:xfrm>
        </p:spPr>
        <p:txBody>
          <a:bodyPr anchor="ctr">
            <a:normAutofit/>
          </a:bodyPr>
          <a:lstStyle/>
          <a:p>
            <a:pPr algn="just">
              <a:spcBef>
                <a:spcPts val="1200"/>
              </a:spcBef>
            </a:pPr>
            <a:r>
              <a:rPr lang="en-US" sz="3200" b="1" dirty="0">
                <a:solidFill>
                  <a:schemeClr val="tx1"/>
                </a:solidFill>
              </a:rPr>
              <a:t>Physical Data Independence </a:t>
            </a:r>
          </a:p>
          <a:p>
            <a:pPr lvl="1" algn="just">
              <a:spcBef>
                <a:spcPts val="1200"/>
              </a:spcBef>
            </a:pPr>
            <a:r>
              <a:rPr lang="en-US" sz="2400" dirty="0">
                <a:solidFill>
                  <a:schemeClr val="tx1"/>
                </a:solidFill>
              </a:rPr>
              <a:t>Physical data independence </a:t>
            </a:r>
            <a:r>
              <a:rPr lang="en-US" sz="2400" b="1" dirty="0">
                <a:solidFill>
                  <a:schemeClr val="tx1"/>
                </a:solidFill>
              </a:rPr>
              <a:t>ensures that changes to the internal schema (how data is physically stored) do not affect the conceptual schema</a:t>
            </a:r>
            <a:r>
              <a:rPr lang="en-US" sz="2400" dirty="0">
                <a:solidFill>
                  <a:schemeClr val="tx1"/>
                </a:solidFill>
              </a:rPr>
              <a:t>.</a:t>
            </a:r>
          </a:p>
          <a:p>
            <a:pPr lvl="1" algn="just">
              <a:spcBef>
                <a:spcPts val="1200"/>
              </a:spcBef>
            </a:pPr>
            <a:endParaRPr lang="en-US" sz="2400" dirty="0">
              <a:solidFill>
                <a:schemeClr val="tx1"/>
              </a:solidFill>
            </a:endParaRPr>
          </a:p>
          <a:p>
            <a:pPr lvl="1" algn="just">
              <a:spcBef>
                <a:spcPts val="1200"/>
              </a:spcBef>
            </a:pPr>
            <a:r>
              <a:rPr lang="en-US" sz="2400" dirty="0">
                <a:solidFill>
                  <a:schemeClr val="tx1"/>
                </a:solidFill>
              </a:rPr>
              <a:t>Changes such as using different storage structures, file organizations, indexing techniques, or </a:t>
            </a:r>
            <a:r>
              <a:rPr lang="en-US" sz="2400" b="1" dirty="0">
                <a:solidFill>
                  <a:schemeClr val="tx1"/>
                </a:solidFill>
              </a:rPr>
              <a:t>new storage devices should not impact the way data is logically structured</a:t>
            </a:r>
            <a:r>
              <a:rPr lang="en-US" sz="2400" dirty="0">
                <a:solidFill>
                  <a:schemeClr val="tx1"/>
                </a:solidFill>
              </a:rPr>
              <a:t>.</a:t>
            </a:r>
          </a:p>
          <a:p>
            <a:pPr lvl="1" algn="just">
              <a:spcBef>
                <a:spcPts val="1200"/>
              </a:spcBef>
            </a:pPr>
            <a:endParaRPr lang="en-US" sz="2400" dirty="0">
              <a:solidFill>
                <a:schemeClr val="tx1"/>
              </a:solidFill>
            </a:endParaRPr>
          </a:p>
          <a:p>
            <a:pPr lvl="1" algn="just">
              <a:spcBef>
                <a:spcPts val="1200"/>
              </a:spcBef>
            </a:pPr>
            <a:r>
              <a:rPr lang="en-US" sz="2400" dirty="0">
                <a:solidFill>
                  <a:schemeClr val="tx1"/>
                </a:solidFill>
              </a:rPr>
              <a:t>From a user’s perspective, the only </a:t>
            </a:r>
            <a:r>
              <a:rPr lang="en-US" sz="2400" b="1" dirty="0">
                <a:solidFill>
                  <a:schemeClr val="tx1"/>
                </a:solidFill>
              </a:rPr>
              <a:t>noticeable change might be improved performance​.</a:t>
            </a:r>
            <a:endParaRPr lang="en-PK" sz="2400" b="1" dirty="0">
              <a:solidFill>
                <a:schemeClr val="tx1"/>
              </a:solidFill>
            </a:endParaRPr>
          </a:p>
        </p:txBody>
      </p:sp>
    </p:spTree>
    <p:extLst>
      <p:ext uri="{BB962C8B-B14F-4D97-AF65-F5344CB8AC3E}">
        <p14:creationId xmlns:p14="http://schemas.microsoft.com/office/powerpoint/2010/main" val="78801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Single-Tier, Two-Tier, and Three-Tier Architectures of Database Systems</a:t>
            </a:r>
            <a:endParaRPr dirty="0"/>
          </a:p>
        </p:txBody>
      </p:sp>
      <p:sp>
        <p:nvSpPr>
          <p:cNvPr id="3" name="Content Placeholder 2"/>
          <p:cNvSpPr>
            <a:spLocks noGrp="1"/>
          </p:cNvSpPr>
          <p:nvPr>
            <p:ph idx="1"/>
          </p:nvPr>
        </p:nvSpPr>
        <p:spPr/>
        <p:txBody>
          <a:bodyPr>
            <a:normAutofit fontScale="92500" lnSpcReduction="10000"/>
          </a:bodyPr>
          <a:lstStyle/>
          <a:p>
            <a:r>
              <a:rPr lang="en-US" sz="2400" b="1" dirty="0">
                <a:solidFill>
                  <a:schemeClr val="tx1"/>
                </a:solidFill>
              </a:rPr>
              <a:t>Real-Life Analogy: </a:t>
            </a:r>
            <a:r>
              <a:rPr lang="en-US" sz="2400" dirty="0">
                <a:solidFill>
                  <a:schemeClr val="tx1"/>
                </a:solidFill>
              </a:rPr>
              <a:t>Think of a </a:t>
            </a:r>
            <a:r>
              <a:rPr lang="en-US" sz="2400" b="1" dirty="0">
                <a:solidFill>
                  <a:schemeClr val="tx1"/>
                </a:solidFill>
              </a:rPr>
              <a:t>restaurant</a:t>
            </a:r>
            <a:r>
              <a:rPr lang="en-US" sz="2400" dirty="0">
                <a:solidFill>
                  <a:schemeClr val="tx1"/>
                </a:solidFill>
              </a:rPr>
              <a:t>:</a:t>
            </a:r>
          </a:p>
          <a:p>
            <a:pPr>
              <a:buFont typeface="Arial" panose="020B0604020202020204" pitchFamily="34" charset="0"/>
              <a:buChar char="•"/>
            </a:pPr>
            <a:endParaRPr lang="en-US" sz="2400" b="1" dirty="0">
              <a:solidFill>
                <a:schemeClr val="tx1"/>
              </a:solidFill>
            </a:endParaRPr>
          </a:p>
          <a:p>
            <a:pPr>
              <a:buFont typeface="Arial" panose="020B0604020202020204" pitchFamily="34" charset="0"/>
              <a:buChar char="•"/>
            </a:pPr>
            <a:r>
              <a:rPr lang="en-US" sz="2400" b="1" dirty="0">
                <a:solidFill>
                  <a:schemeClr val="tx1"/>
                </a:solidFill>
              </a:rPr>
              <a:t>Single-Tier</a:t>
            </a:r>
            <a:r>
              <a:rPr lang="en-US" sz="2400" dirty="0">
                <a:solidFill>
                  <a:schemeClr val="tx1"/>
                </a:solidFill>
              </a:rPr>
              <a:t>: A food cart where the chef prepares and serves food directly to the customer.</a:t>
            </a:r>
          </a:p>
          <a:p>
            <a:pPr>
              <a:buFont typeface="Arial" panose="020B0604020202020204" pitchFamily="34" charset="0"/>
              <a:buChar char="•"/>
            </a:pPr>
            <a:endParaRPr lang="en-US" sz="2400" b="1" dirty="0">
              <a:solidFill>
                <a:schemeClr val="tx1"/>
              </a:solidFill>
            </a:endParaRPr>
          </a:p>
          <a:p>
            <a:pPr>
              <a:buFont typeface="Arial" panose="020B0604020202020204" pitchFamily="34" charset="0"/>
              <a:buChar char="•"/>
            </a:pPr>
            <a:r>
              <a:rPr lang="en-US" sz="2400" b="1" dirty="0">
                <a:solidFill>
                  <a:schemeClr val="tx1"/>
                </a:solidFill>
              </a:rPr>
              <a:t>Two-Tier</a:t>
            </a:r>
            <a:r>
              <a:rPr lang="en-US" sz="2400" dirty="0">
                <a:solidFill>
                  <a:schemeClr val="tx1"/>
                </a:solidFill>
              </a:rPr>
              <a:t>: A restaurant where a waiter takes orders and directly communicates with the kitchen.</a:t>
            </a:r>
          </a:p>
          <a:p>
            <a:pPr>
              <a:buFont typeface="Arial" panose="020B0604020202020204" pitchFamily="34" charset="0"/>
              <a:buChar char="•"/>
            </a:pPr>
            <a:endParaRPr lang="en-US" sz="2400" b="1" dirty="0">
              <a:solidFill>
                <a:schemeClr val="tx1"/>
              </a:solidFill>
            </a:endParaRPr>
          </a:p>
          <a:p>
            <a:pPr>
              <a:buFont typeface="Arial" panose="020B0604020202020204" pitchFamily="34" charset="0"/>
              <a:buChar char="•"/>
            </a:pPr>
            <a:r>
              <a:rPr lang="en-US" sz="2400" b="1" dirty="0">
                <a:solidFill>
                  <a:schemeClr val="tx1"/>
                </a:solidFill>
              </a:rPr>
              <a:t>Three-Tier</a:t>
            </a:r>
            <a:r>
              <a:rPr lang="en-US" sz="2400" dirty="0">
                <a:solidFill>
                  <a:schemeClr val="tx1"/>
                </a:solidFill>
              </a:rPr>
              <a:t>: A restaurant with a digital ordering system where waiters input orders into a system, which processes the request before sending it to the kitchen.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3FAD9B-A332-0972-55A5-3DD10F34A8E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8DBDA3-652C-4F87-B53B-7F73AC8F4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0" name="Rectangle 9">
            <a:extLst>
              <a:ext uri="{FF2B5EF4-FFF2-40B4-BE49-F238E27FC236}">
                <a16:creationId xmlns:a16="http://schemas.microsoft.com/office/drawing/2014/main" id="{42187232-3845-418F-A17C-C138F01D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8A445189-15F7-14A7-73C5-A4E5C4EC5BED}"/>
              </a:ext>
            </a:extLst>
          </p:cNvPr>
          <p:cNvSpPr>
            <a:spLocks noGrp="1"/>
          </p:cNvSpPr>
          <p:nvPr>
            <p:ph type="title"/>
          </p:nvPr>
        </p:nvSpPr>
        <p:spPr>
          <a:xfrm>
            <a:off x="441009" y="873458"/>
            <a:ext cx="3273042" cy="3743694"/>
          </a:xfrm>
        </p:spPr>
        <p:txBody>
          <a:bodyPr>
            <a:normAutofit/>
          </a:bodyPr>
          <a:lstStyle/>
          <a:p>
            <a:r>
              <a:rPr lang="en-US" sz="2800" dirty="0">
                <a:solidFill>
                  <a:srgbClr val="FFFFFF"/>
                </a:solidFill>
              </a:rPr>
              <a:t>3-Tier / Database &amp; Application Architecture</a:t>
            </a:r>
          </a:p>
        </p:txBody>
      </p:sp>
      <p:sp>
        <p:nvSpPr>
          <p:cNvPr id="3" name="Content Placeholder 2">
            <a:extLst>
              <a:ext uri="{FF2B5EF4-FFF2-40B4-BE49-F238E27FC236}">
                <a16:creationId xmlns:a16="http://schemas.microsoft.com/office/drawing/2014/main" id="{30C41295-21E1-6FB5-858A-6A80A20C81B0}"/>
              </a:ext>
            </a:extLst>
          </p:cNvPr>
          <p:cNvSpPr>
            <a:spLocks noGrp="1"/>
          </p:cNvSpPr>
          <p:nvPr>
            <p:ph idx="1"/>
          </p:nvPr>
        </p:nvSpPr>
        <p:spPr>
          <a:xfrm>
            <a:off x="4414345" y="236483"/>
            <a:ext cx="7583214" cy="6416565"/>
          </a:xfrm>
        </p:spPr>
        <p:txBody>
          <a:bodyPr anchor="ctr">
            <a:normAutofit/>
          </a:bodyPr>
          <a:lstStyle/>
          <a:p>
            <a:pPr marL="45720" indent="0">
              <a:buNone/>
            </a:pPr>
            <a:r>
              <a:rPr lang="en-US" sz="2400" b="1" dirty="0">
                <a:solidFill>
                  <a:schemeClr val="tx1"/>
                </a:solidFill>
              </a:rPr>
              <a:t>1. Single-Tier Architecture</a:t>
            </a:r>
          </a:p>
          <a:p>
            <a:pPr>
              <a:spcBef>
                <a:spcPts val="0"/>
              </a:spcBef>
              <a:buFont typeface="Arial" panose="020B0604020202020204" pitchFamily="34" charset="0"/>
              <a:buChar char="•"/>
            </a:pPr>
            <a:r>
              <a:rPr lang="en-US" sz="2400" dirty="0">
                <a:solidFill>
                  <a:schemeClr val="tx1"/>
                </a:solidFill>
              </a:rPr>
              <a:t>In a single-tier architecture, the database and application reside on the same machine.</a:t>
            </a:r>
          </a:p>
          <a:p>
            <a:pPr>
              <a:spcBef>
                <a:spcPts val="0"/>
              </a:spcBef>
              <a:buFont typeface="Arial" panose="020B0604020202020204" pitchFamily="34" charset="0"/>
              <a:buChar char="•"/>
            </a:pPr>
            <a:r>
              <a:rPr lang="en-US" sz="2400" dirty="0">
                <a:solidFill>
                  <a:schemeClr val="tx1"/>
                </a:solidFill>
              </a:rPr>
              <a:t>This structure is commonly used in </a:t>
            </a:r>
            <a:r>
              <a:rPr lang="en-US" sz="2400" b="1" dirty="0">
                <a:solidFill>
                  <a:schemeClr val="tx1"/>
                </a:solidFill>
              </a:rPr>
              <a:t>standalone</a:t>
            </a:r>
            <a:r>
              <a:rPr lang="en-US" sz="2400" dirty="0">
                <a:solidFill>
                  <a:schemeClr val="tx1"/>
                </a:solidFill>
              </a:rPr>
              <a:t> applications, where there is no network communication between different components.</a:t>
            </a:r>
          </a:p>
          <a:p>
            <a:pPr>
              <a:spcBef>
                <a:spcPts val="0"/>
              </a:spcBef>
              <a:buFont typeface="Arial" panose="020B0604020202020204" pitchFamily="34" charset="0"/>
              <a:buChar char="•"/>
            </a:pPr>
            <a:r>
              <a:rPr lang="en-US" sz="2400" b="1" dirty="0">
                <a:solidFill>
                  <a:schemeClr val="tx1"/>
                </a:solidFill>
              </a:rPr>
              <a:t>Example:</a:t>
            </a:r>
            <a:r>
              <a:rPr lang="en-US" sz="2400" dirty="0">
                <a:solidFill>
                  <a:schemeClr val="tx1"/>
                </a:solidFill>
              </a:rPr>
              <a:t> A personal finance management software installed on a user's laptop that manages all data locally.</a:t>
            </a:r>
          </a:p>
          <a:p>
            <a:pPr>
              <a:spcBef>
                <a:spcPts val="0"/>
              </a:spcBef>
            </a:pPr>
            <a:endParaRPr lang="en-US" sz="2400" b="1" dirty="0">
              <a:solidFill>
                <a:schemeClr val="tx1"/>
              </a:solidFill>
            </a:endParaRPr>
          </a:p>
          <a:p>
            <a:pPr>
              <a:spcBef>
                <a:spcPts val="0"/>
              </a:spcBef>
            </a:pPr>
            <a:r>
              <a:rPr lang="en-US" sz="2400" b="1" dirty="0">
                <a:solidFill>
                  <a:schemeClr val="tx1"/>
                </a:solidFill>
              </a:rPr>
              <a:t>Advantages:</a:t>
            </a:r>
          </a:p>
          <a:p>
            <a:pPr lvl="1">
              <a:spcBef>
                <a:spcPts val="0"/>
              </a:spcBef>
              <a:buFont typeface="Arial" panose="020B0604020202020204" pitchFamily="34" charset="0"/>
              <a:buChar char="•"/>
            </a:pPr>
            <a:r>
              <a:rPr lang="en-US" sz="2400" dirty="0">
                <a:solidFill>
                  <a:schemeClr val="tx1"/>
                </a:solidFill>
              </a:rPr>
              <a:t>Simple setup with no network dependency.</a:t>
            </a:r>
          </a:p>
          <a:p>
            <a:pPr lvl="1">
              <a:spcBef>
                <a:spcPts val="0"/>
              </a:spcBef>
              <a:buFont typeface="Arial" panose="020B0604020202020204" pitchFamily="34" charset="0"/>
              <a:buChar char="•"/>
            </a:pPr>
            <a:r>
              <a:rPr lang="en-US" sz="2400" dirty="0">
                <a:solidFill>
                  <a:schemeClr val="tx1"/>
                </a:solidFill>
              </a:rPr>
              <a:t>Faster data access as everything is on a single system.</a:t>
            </a:r>
          </a:p>
          <a:p>
            <a:pPr lvl="1">
              <a:spcBef>
                <a:spcPts val="0"/>
              </a:spcBef>
              <a:buFont typeface="Arial" panose="020B0604020202020204" pitchFamily="34" charset="0"/>
              <a:buChar char="•"/>
            </a:pPr>
            <a:r>
              <a:rPr lang="en-US" sz="2400" dirty="0">
                <a:solidFill>
                  <a:schemeClr val="tx1"/>
                </a:solidFill>
              </a:rPr>
              <a:t>Less complex management.</a:t>
            </a:r>
          </a:p>
          <a:p>
            <a:pPr>
              <a:spcBef>
                <a:spcPts val="0"/>
              </a:spcBef>
            </a:pPr>
            <a:r>
              <a:rPr lang="en-US" sz="2400" b="1" dirty="0">
                <a:solidFill>
                  <a:schemeClr val="tx1"/>
                </a:solidFill>
              </a:rPr>
              <a:t>Disadvantages:</a:t>
            </a:r>
          </a:p>
          <a:p>
            <a:pPr lvl="1">
              <a:spcBef>
                <a:spcPts val="0"/>
              </a:spcBef>
              <a:buFont typeface="Arial" panose="020B0604020202020204" pitchFamily="34" charset="0"/>
              <a:buChar char="•"/>
            </a:pPr>
            <a:r>
              <a:rPr lang="en-US" sz="2400" dirty="0">
                <a:solidFill>
                  <a:schemeClr val="tx1"/>
                </a:solidFill>
              </a:rPr>
              <a:t>Not suitable for multi-user environments.</a:t>
            </a:r>
          </a:p>
          <a:p>
            <a:pPr lvl="1">
              <a:spcBef>
                <a:spcPts val="0"/>
              </a:spcBef>
              <a:buFont typeface="Arial" panose="020B0604020202020204" pitchFamily="34" charset="0"/>
              <a:buChar char="•"/>
            </a:pPr>
            <a:r>
              <a:rPr lang="en-US" sz="2400" dirty="0">
                <a:solidFill>
                  <a:schemeClr val="tx1"/>
                </a:solidFill>
              </a:rPr>
              <a:t>Limited scalability.</a:t>
            </a:r>
          </a:p>
          <a:p>
            <a:pPr lvl="1">
              <a:spcBef>
                <a:spcPts val="0"/>
              </a:spcBef>
              <a:buFont typeface="Arial" panose="020B0604020202020204" pitchFamily="34" charset="0"/>
              <a:buChar char="•"/>
            </a:pPr>
            <a:r>
              <a:rPr lang="en-US" sz="2400" dirty="0">
                <a:solidFill>
                  <a:schemeClr val="tx1"/>
                </a:solidFill>
              </a:rPr>
              <a:t>Poor security as everything is stored in one place.</a:t>
            </a:r>
          </a:p>
        </p:txBody>
      </p:sp>
      <p:pic>
        <p:nvPicPr>
          <p:cNvPr id="5" name="Picture 4">
            <a:extLst>
              <a:ext uri="{FF2B5EF4-FFF2-40B4-BE49-F238E27FC236}">
                <a16:creationId xmlns:a16="http://schemas.microsoft.com/office/drawing/2014/main" id="{1E69666C-48D8-1E13-2B67-0CB04C6C6BAA}"/>
              </a:ext>
            </a:extLst>
          </p:cNvPr>
          <p:cNvPicPr>
            <a:picLocks noChangeAspect="1"/>
          </p:cNvPicPr>
          <p:nvPr/>
        </p:nvPicPr>
        <p:blipFill>
          <a:blip r:embed="rId2"/>
          <a:stretch>
            <a:fillRect/>
          </a:stretch>
        </p:blipFill>
        <p:spPr>
          <a:xfrm>
            <a:off x="2" y="4617151"/>
            <a:ext cx="4155058" cy="2240850"/>
          </a:xfrm>
          <a:prstGeom prst="rect">
            <a:avLst/>
          </a:prstGeom>
        </p:spPr>
      </p:pic>
    </p:spTree>
    <p:extLst>
      <p:ext uri="{BB962C8B-B14F-4D97-AF65-F5344CB8AC3E}">
        <p14:creationId xmlns:p14="http://schemas.microsoft.com/office/powerpoint/2010/main" val="3767640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8C9B3F-F9F0-78A9-372A-E51F1211F46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8DBDA3-652C-4F87-B53B-7F73AC8F4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0" name="Rectangle 9">
            <a:extLst>
              <a:ext uri="{FF2B5EF4-FFF2-40B4-BE49-F238E27FC236}">
                <a16:creationId xmlns:a16="http://schemas.microsoft.com/office/drawing/2014/main" id="{42187232-3845-418F-A17C-C138F01D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72FD654F-A0AC-B3B9-43F7-85F19F1D67A2}"/>
              </a:ext>
            </a:extLst>
          </p:cNvPr>
          <p:cNvSpPr>
            <a:spLocks noGrp="1"/>
          </p:cNvSpPr>
          <p:nvPr>
            <p:ph type="title"/>
          </p:nvPr>
        </p:nvSpPr>
        <p:spPr>
          <a:xfrm>
            <a:off x="441009" y="873458"/>
            <a:ext cx="3273042" cy="3288592"/>
          </a:xfrm>
        </p:spPr>
        <p:txBody>
          <a:bodyPr>
            <a:normAutofit/>
          </a:bodyPr>
          <a:lstStyle/>
          <a:p>
            <a:r>
              <a:rPr lang="en-US" sz="2800" dirty="0">
                <a:solidFill>
                  <a:srgbClr val="FFFFFF"/>
                </a:solidFill>
              </a:rPr>
              <a:t>3-Tier / Database &amp; Application Architecture</a:t>
            </a:r>
          </a:p>
        </p:txBody>
      </p:sp>
      <p:sp>
        <p:nvSpPr>
          <p:cNvPr id="3" name="Content Placeholder 2">
            <a:extLst>
              <a:ext uri="{FF2B5EF4-FFF2-40B4-BE49-F238E27FC236}">
                <a16:creationId xmlns:a16="http://schemas.microsoft.com/office/drawing/2014/main" id="{48694630-B71F-0813-C938-5A7CA07C6B3F}"/>
              </a:ext>
            </a:extLst>
          </p:cNvPr>
          <p:cNvSpPr>
            <a:spLocks noGrp="1"/>
          </p:cNvSpPr>
          <p:nvPr>
            <p:ph idx="1"/>
          </p:nvPr>
        </p:nvSpPr>
        <p:spPr>
          <a:xfrm>
            <a:off x="4319752" y="157655"/>
            <a:ext cx="7614745" cy="6542690"/>
          </a:xfrm>
        </p:spPr>
        <p:txBody>
          <a:bodyPr anchor="ctr">
            <a:normAutofit fontScale="92500" lnSpcReduction="10000"/>
          </a:bodyPr>
          <a:lstStyle/>
          <a:p>
            <a:pPr marL="45720" indent="0">
              <a:spcBef>
                <a:spcPts val="0"/>
              </a:spcBef>
              <a:buNone/>
            </a:pPr>
            <a:r>
              <a:rPr lang="en-US" sz="2400" b="1" dirty="0">
                <a:solidFill>
                  <a:schemeClr val="tx1"/>
                </a:solidFill>
              </a:rPr>
              <a:t>2. Two-Tier Architecture (Client-Server Model)</a:t>
            </a:r>
          </a:p>
          <a:p>
            <a:pPr>
              <a:spcBef>
                <a:spcPts val="0"/>
              </a:spcBef>
              <a:buFont typeface="Arial" panose="020B0604020202020204" pitchFamily="34" charset="0"/>
              <a:buChar char="•"/>
            </a:pPr>
            <a:r>
              <a:rPr lang="en-US" sz="2400" dirty="0">
                <a:solidFill>
                  <a:schemeClr val="tx1"/>
                </a:solidFill>
              </a:rPr>
              <a:t>In a two-tier architecture, the system is divided into:</a:t>
            </a:r>
          </a:p>
          <a:p>
            <a:pPr marL="742950" lvl="1" indent="-285750">
              <a:spcBef>
                <a:spcPts val="0"/>
              </a:spcBef>
              <a:buFont typeface="Arial" panose="020B0604020202020204" pitchFamily="34" charset="0"/>
              <a:buChar char="•"/>
            </a:pPr>
            <a:r>
              <a:rPr lang="en-US" sz="2400" b="1" dirty="0">
                <a:solidFill>
                  <a:schemeClr val="tx1"/>
                </a:solidFill>
              </a:rPr>
              <a:t>Client Tier (User Interface &amp; Application Logic)</a:t>
            </a:r>
            <a:endParaRPr lang="en-US" sz="2400" dirty="0">
              <a:solidFill>
                <a:schemeClr val="tx1"/>
              </a:solidFill>
            </a:endParaRPr>
          </a:p>
          <a:p>
            <a:pPr marL="742950" lvl="1" indent="-285750">
              <a:spcBef>
                <a:spcPts val="0"/>
              </a:spcBef>
              <a:buFont typeface="Arial" panose="020B0604020202020204" pitchFamily="34" charset="0"/>
              <a:buChar char="•"/>
            </a:pPr>
            <a:r>
              <a:rPr lang="en-US" sz="2400" b="1" dirty="0">
                <a:solidFill>
                  <a:schemeClr val="tx1"/>
                </a:solidFill>
              </a:rPr>
              <a:t>Database Server (DBMS &amp; Data Storage)</a:t>
            </a:r>
            <a:endParaRPr lang="en-US" sz="2400" dirty="0">
              <a:solidFill>
                <a:schemeClr val="tx1"/>
              </a:solidFill>
            </a:endParaRPr>
          </a:p>
          <a:p>
            <a:pPr>
              <a:spcBef>
                <a:spcPts val="0"/>
              </a:spcBef>
              <a:buFont typeface="Arial" panose="020B0604020202020204" pitchFamily="34" charset="0"/>
              <a:buChar char="•"/>
            </a:pPr>
            <a:r>
              <a:rPr lang="en-US" sz="2400" dirty="0">
                <a:solidFill>
                  <a:schemeClr val="tx1"/>
                </a:solidFill>
              </a:rPr>
              <a:t>The client directly communicates with the database server via SQL queries.</a:t>
            </a:r>
          </a:p>
          <a:p>
            <a:pPr>
              <a:spcBef>
                <a:spcPts val="0"/>
              </a:spcBef>
              <a:buFont typeface="Arial" panose="020B0604020202020204" pitchFamily="34" charset="0"/>
              <a:buChar char="•"/>
            </a:pPr>
            <a:endParaRPr lang="en-US" sz="2400" b="1" dirty="0">
              <a:solidFill>
                <a:schemeClr val="tx1"/>
              </a:solidFill>
            </a:endParaRPr>
          </a:p>
          <a:p>
            <a:pPr>
              <a:spcBef>
                <a:spcPts val="0"/>
              </a:spcBef>
              <a:buFont typeface="Arial" panose="020B0604020202020204" pitchFamily="34" charset="0"/>
              <a:buChar char="•"/>
            </a:pPr>
            <a:r>
              <a:rPr lang="en-US" sz="2400" b="1" dirty="0">
                <a:solidFill>
                  <a:schemeClr val="tx1"/>
                </a:solidFill>
              </a:rPr>
              <a:t>Example:</a:t>
            </a:r>
            <a:r>
              <a:rPr lang="en-US" sz="2400" dirty="0">
                <a:solidFill>
                  <a:schemeClr val="tx1"/>
                </a:solidFill>
              </a:rPr>
              <a:t> A banking system where tellers use client applications to send SQL queries to a central database.</a:t>
            </a:r>
          </a:p>
          <a:p>
            <a:pPr>
              <a:spcBef>
                <a:spcPts val="0"/>
              </a:spcBef>
            </a:pPr>
            <a:endParaRPr lang="en-US" sz="2400" b="1" dirty="0">
              <a:solidFill>
                <a:schemeClr val="tx1"/>
              </a:solidFill>
            </a:endParaRPr>
          </a:p>
          <a:p>
            <a:pPr>
              <a:spcBef>
                <a:spcPts val="0"/>
              </a:spcBef>
            </a:pPr>
            <a:r>
              <a:rPr lang="en-US" sz="2400" b="1" dirty="0">
                <a:solidFill>
                  <a:schemeClr val="tx1"/>
                </a:solidFill>
              </a:rPr>
              <a:t>Advantages:</a:t>
            </a:r>
          </a:p>
          <a:p>
            <a:pPr lvl="1">
              <a:spcBef>
                <a:spcPts val="0"/>
              </a:spcBef>
              <a:buFont typeface="Arial" panose="020B0604020202020204" pitchFamily="34" charset="0"/>
              <a:buChar char="•"/>
            </a:pPr>
            <a:r>
              <a:rPr lang="en-US" sz="2400" dirty="0">
                <a:solidFill>
                  <a:schemeClr val="tx1"/>
                </a:solidFill>
              </a:rPr>
              <a:t>Improved performance by separating the application and database.</a:t>
            </a:r>
          </a:p>
          <a:p>
            <a:pPr lvl="1">
              <a:spcBef>
                <a:spcPts val="0"/>
              </a:spcBef>
              <a:buFont typeface="Arial" panose="020B0604020202020204" pitchFamily="34" charset="0"/>
              <a:buChar char="•"/>
            </a:pPr>
            <a:r>
              <a:rPr lang="en-US" sz="2400" dirty="0">
                <a:solidFill>
                  <a:schemeClr val="tx1"/>
                </a:solidFill>
              </a:rPr>
              <a:t>Centralized database management.</a:t>
            </a:r>
          </a:p>
          <a:p>
            <a:pPr lvl="1">
              <a:spcBef>
                <a:spcPts val="0"/>
              </a:spcBef>
              <a:buFont typeface="Arial" panose="020B0604020202020204" pitchFamily="34" charset="0"/>
              <a:buChar char="•"/>
            </a:pPr>
            <a:r>
              <a:rPr lang="en-US" sz="2400" dirty="0">
                <a:solidFill>
                  <a:schemeClr val="tx1"/>
                </a:solidFill>
              </a:rPr>
              <a:t>Supports multiple users.</a:t>
            </a:r>
          </a:p>
          <a:p>
            <a:pPr>
              <a:spcBef>
                <a:spcPts val="0"/>
              </a:spcBef>
            </a:pPr>
            <a:r>
              <a:rPr lang="en-US" sz="2400" b="1" dirty="0">
                <a:solidFill>
                  <a:schemeClr val="tx1"/>
                </a:solidFill>
              </a:rPr>
              <a:t>Disadvantages:</a:t>
            </a:r>
          </a:p>
          <a:p>
            <a:pPr lvl="1">
              <a:spcBef>
                <a:spcPts val="0"/>
              </a:spcBef>
              <a:buFont typeface="Arial" panose="020B0604020202020204" pitchFamily="34" charset="0"/>
              <a:buChar char="•"/>
            </a:pPr>
            <a:r>
              <a:rPr lang="en-US" sz="2400" b="1" dirty="0">
                <a:solidFill>
                  <a:schemeClr val="tx1"/>
                </a:solidFill>
              </a:rPr>
              <a:t>Fat Client Problem</a:t>
            </a:r>
            <a:r>
              <a:rPr lang="en-US" sz="2400" dirty="0">
                <a:solidFill>
                  <a:schemeClr val="tx1"/>
                </a:solidFill>
              </a:rPr>
              <a:t>: The client application requires significant resources (processing and memory).</a:t>
            </a:r>
          </a:p>
          <a:p>
            <a:pPr lvl="1">
              <a:spcBef>
                <a:spcPts val="0"/>
              </a:spcBef>
              <a:buFont typeface="Arial" panose="020B0604020202020204" pitchFamily="34" charset="0"/>
              <a:buChar char="•"/>
            </a:pPr>
            <a:r>
              <a:rPr lang="en-US" sz="2400" dirty="0">
                <a:solidFill>
                  <a:schemeClr val="tx1"/>
                </a:solidFill>
              </a:rPr>
              <a:t>Limited scalability as adding more clients increases server load.</a:t>
            </a:r>
          </a:p>
          <a:p>
            <a:pPr lvl="1">
              <a:spcBef>
                <a:spcPts val="0"/>
              </a:spcBef>
              <a:buFont typeface="Arial" panose="020B0604020202020204" pitchFamily="34" charset="0"/>
              <a:buChar char="•"/>
            </a:pPr>
            <a:r>
              <a:rPr lang="en-US" sz="2400" dirty="0">
                <a:solidFill>
                  <a:schemeClr val="tx1"/>
                </a:solidFill>
              </a:rPr>
              <a:t>Network congestion if too many queries are sent from multiple clients simultaneously​.</a:t>
            </a:r>
          </a:p>
        </p:txBody>
      </p:sp>
      <p:pic>
        <p:nvPicPr>
          <p:cNvPr id="7" name="Picture 6">
            <a:extLst>
              <a:ext uri="{FF2B5EF4-FFF2-40B4-BE49-F238E27FC236}">
                <a16:creationId xmlns:a16="http://schemas.microsoft.com/office/drawing/2014/main" id="{18A45424-587C-FA66-22EE-58AEC7F90FBF}"/>
              </a:ext>
            </a:extLst>
          </p:cNvPr>
          <p:cNvPicPr>
            <a:picLocks noChangeAspect="1"/>
          </p:cNvPicPr>
          <p:nvPr/>
        </p:nvPicPr>
        <p:blipFill>
          <a:blip r:embed="rId2"/>
          <a:stretch>
            <a:fillRect/>
          </a:stretch>
        </p:blipFill>
        <p:spPr>
          <a:xfrm>
            <a:off x="-1" y="4162049"/>
            <a:ext cx="4155059" cy="2695951"/>
          </a:xfrm>
          <a:prstGeom prst="rect">
            <a:avLst/>
          </a:prstGeom>
        </p:spPr>
      </p:pic>
    </p:spTree>
    <p:extLst>
      <p:ext uri="{BB962C8B-B14F-4D97-AF65-F5344CB8AC3E}">
        <p14:creationId xmlns:p14="http://schemas.microsoft.com/office/powerpoint/2010/main" val="3199429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57BF25-AA7F-6021-642E-394774ECE9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8DBDA3-652C-4F87-B53B-7F73AC8F4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0" name="Rectangle 9">
            <a:extLst>
              <a:ext uri="{FF2B5EF4-FFF2-40B4-BE49-F238E27FC236}">
                <a16:creationId xmlns:a16="http://schemas.microsoft.com/office/drawing/2014/main" id="{42187232-3845-418F-A17C-C138F01D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81C7930B-287E-56AA-5495-CE9D08EAF9C9}"/>
              </a:ext>
            </a:extLst>
          </p:cNvPr>
          <p:cNvSpPr>
            <a:spLocks noGrp="1"/>
          </p:cNvSpPr>
          <p:nvPr>
            <p:ph type="title"/>
          </p:nvPr>
        </p:nvSpPr>
        <p:spPr>
          <a:xfrm>
            <a:off x="441009" y="873457"/>
            <a:ext cx="3273042" cy="3288591"/>
          </a:xfrm>
        </p:spPr>
        <p:txBody>
          <a:bodyPr>
            <a:normAutofit/>
          </a:bodyPr>
          <a:lstStyle/>
          <a:p>
            <a:r>
              <a:rPr lang="en-US" sz="2800" dirty="0">
                <a:solidFill>
                  <a:srgbClr val="FFFFFF"/>
                </a:solidFill>
              </a:rPr>
              <a:t>3-Tier / Database &amp; Application Architecture</a:t>
            </a:r>
          </a:p>
        </p:txBody>
      </p:sp>
      <p:sp>
        <p:nvSpPr>
          <p:cNvPr id="3" name="Content Placeholder 2">
            <a:extLst>
              <a:ext uri="{FF2B5EF4-FFF2-40B4-BE49-F238E27FC236}">
                <a16:creationId xmlns:a16="http://schemas.microsoft.com/office/drawing/2014/main" id="{E13A8A6B-901F-8ED7-B6B4-C8881E4CB88A}"/>
              </a:ext>
            </a:extLst>
          </p:cNvPr>
          <p:cNvSpPr>
            <a:spLocks noGrp="1"/>
          </p:cNvSpPr>
          <p:nvPr>
            <p:ph idx="1"/>
          </p:nvPr>
        </p:nvSpPr>
        <p:spPr>
          <a:xfrm>
            <a:off x="4272455" y="252247"/>
            <a:ext cx="7662042" cy="6448098"/>
          </a:xfrm>
        </p:spPr>
        <p:txBody>
          <a:bodyPr anchor="ctr">
            <a:normAutofit/>
          </a:bodyPr>
          <a:lstStyle/>
          <a:p>
            <a:pPr marL="45720" indent="0">
              <a:spcBef>
                <a:spcPts val="0"/>
              </a:spcBef>
              <a:buNone/>
            </a:pPr>
            <a:r>
              <a:rPr lang="en-US" sz="2400" b="1" dirty="0">
                <a:solidFill>
                  <a:schemeClr val="tx1"/>
                </a:solidFill>
              </a:rPr>
              <a:t>3. Three-Tier Architecture</a:t>
            </a:r>
          </a:p>
          <a:p>
            <a:pPr>
              <a:spcBef>
                <a:spcPts val="600"/>
              </a:spcBef>
              <a:buFont typeface="Arial" panose="020B0604020202020204" pitchFamily="34" charset="0"/>
              <a:buChar char="•"/>
            </a:pPr>
            <a:r>
              <a:rPr lang="en-US" sz="2000" dirty="0">
                <a:solidFill>
                  <a:schemeClr val="tx1"/>
                </a:solidFill>
              </a:rPr>
              <a:t>The </a:t>
            </a:r>
            <a:r>
              <a:rPr lang="en-US" sz="2000" b="1" dirty="0">
                <a:solidFill>
                  <a:schemeClr val="tx1"/>
                </a:solidFill>
              </a:rPr>
              <a:t>three-tier model</a:t>
            </a:r>
            <a:r>
              <a:rPr lang="en-US" sz="2000" dirty="0">
                <a:solidFill>
                  <a:schemeClr val="tx1"/>
                </a:solidFill>
              </a:rPr>
              <a:t> improves upon the two-tier architecture by adding a </a:t>
            </a:r>
            <a:r>
              <a:rPr lang="en-US" sz="2000" b="1" dirty="0">
                <a:solidFill>
                  <a:schemeClr val="tx1"/>
                </a:solidFill>
              </a:rPr>
              <a:t>middle tier (Application Server)</a:t>
            </a:r>
            <a:r>
              <a:rPr lang="en-US" sz="2000" dirty="0">
                <a:solidFill>
                  <a:schemeClr val="tx1"/>
                </a:solidFill>
              </a:rPr>
              <a:t> between the client and database.</a:t>
            </a:r>
          </a:p>
          <a:p>
            <a:pPr>
              <a:spcBef>
                <a:spcPts val="600"/>
              </a:spcBef>
              <a:buFont typeface="Arial" panose="020B0604020202020204" pitchFamily="34" charset="0"/>
              <a:buChar char="•"/>
            </a:pPr>
            <a:endParaRPr lang="en-US" sz="2000" dirty="0">
              <a:solidFill>
                <a:schemeClr val="tx1"/>
              </a:solidFill>
            </a:endParaRPr>
          </a:p>
          <a:p>
            <a:pPr>
              <a:spcBef>
                <a:spcPts val="600"/>
              </a:spcBef>
              <a:buFont typeface="Arial" panose="020B0604020202020204" pitchFamily="34" charset="0"/>
              <a:buChar char="•"/>
            </a:pPr>
            <a:r>
              <a:rPr lang="en-US" sz="2000" dirty="0">
                <a:solidFill>
                  <a:schemeClr val="tx1"/>
                </a:solidFill>
              </a:rPr>
              <a:t>The system is divided into:</a:t>
            </a:r>
          </a:p>
          <a:p>
            <a:pPr marL="742950" lvl="1" indent="-285750">
              <a:spcBef>
                <a:spcPts val="0"/>
              </a:spcBef>
              <a:buFont typeface="Arial" panose="020B0604020202020204" pitchFamily="34" charset="0"/>
              <a:buChar char="•"/>
            </a:pPr>
            <a:r>
              <a:rPr lang="en-US" b="1" dirty="0">
                <a:solidFill>
                  <a:schemeClr val="tx1"/>
                </a:solidFill>
              </a:rPr>
              <a:t>Presentation Layer (Client Interface)</a:t>
            </a:r>
            <a:r>
              <a:rPr lang="en-US" dirty="0">
                <a:solidFill>
                  <a:schemeClr val="tx1"/>
                </a:solidFill>
              </a:rPr>
              <a:t> – Runs on user devices.</a:t>
            </a:r>
          </a:p>
          <a:p>
            <a:pPr marL="742950" lvl="1" indent="-285750">
              <a:spcBef>
                <a:spcPts val="0"/>
              </a:spcBef>
              <a:buFont typeface="Arial" panose="020B0604020202020204" pitchFamily="34" charset="0"/>
              <a:buChar char="•"/>
            </a:pPr>
            <a:r>
              <a:rPr lang="en-US" b="1" dirty="0">
                <a:solidFill>
                  <a:schemeClr val="tx1"/>
                </a:solidFill>
              </a:rPr>
              <a:t>Application Layer (Business Logic &amp; Processing)</a:t>
            </a:r>
            <a:r>
              <a:rPr lang="en-US" dirty="0">
                <a:solidFill>
                  <a:schemeClr val="tx1"/>
                </a:solidFill>
              </a:rPr>
              <a:t> – Runs on an intermediate server, handling business logic and communicating with the database.</a:t>
            </a:r>
          </a:p>
          <a:p>
            <a:pPr marL="742950" lvl="1" indent="-285750">
              <a:spcBef>
                <a:spcPts val="0"/>
              </a:spcBef>
              <a:buFont typeface="Arial" panose="020B0604020202020204" pitchFamily="34" charset="0"/>
              <a:buChar char="•"/>
            </a:pPr>
            <a:r>
              <a:rPr lang="en-US" b="1" dirty="0">
                <a:solidFill>
                  <a:schemeClr val="tx1"/>
                </a:solidFill>
              </a:rPr>
              <a:t>Database Layer (DBMS &amp; Data Storage)</a:t>
            </a:r>
            <a:r>
              <a:rPr lang="en-US" dirty="0">
                <a:solidFill>
                  <a:schemeClr val="tx1"/>
                </a:solidFill>
              </a:rPr>
              <a:t> – Stores and retrieves data.</a:t>
            </a:r>
          </a:p>
          <a:p>
            <a:pPr>
              <a:spcBef>
                <a:spcPts val="0"/>
              </a:spcBef>
              <a:buFont typeface="Arial" panose="020B0604020202020204" pitchFamily="34" charset="0"/>
              <a:buChar char="•"/>
            </a:pPr>
            <a:endParaRPr lang="en-US" sz="2000" b="1" dirty="0">
              <a:solidFill>
                <a:schemeClr val="tx1"/>
              </a:solidFill>
            </a:endParaRPr>
          </a:p>
          <a:p>
            <a:pPr>
              <a:spcBef>
                <a:spcPts val="0"/>
              </a:spcBef>
              <a:buFont typeface="Arial" panose="020B0604020202020204" pitchFamily="34" charset="0"/>
              <a:buChar char="•"/>
            </a:pPr>
            <a:r>
              <a:rPr lang="en-US" sz="2000" b="1" dirty="0">
                <a:solidFill>
                  <a:schemeClr val="tx1"/>
                </a:solidFill>
              </a:rPr>
              <a:t>Example:</a:t>
            </a:r>
            <a:r>
              <a:rPr lang="en-US" sz="2000" dirty="0">
                <a:solidFill>
                  <a:schemeClr val="tx1"/>
                </a:solidFill>
              </a:rPr>
              <a:t> A web-based e-commerce platform where users access a web application, which in turn interacts with a database to retrieve product details.</a:t>
            </a:r>
          </a:p>
        </p:txBody>
      </p:sp>
      <p:pic>
        <p:nvPicPr>
          <p:cNvPr id="9" name="Picture 8">
            <a:extLst>
              <a:ext uri="{FF2B5EF4-FFF2-40B4-BE49-F238E27FC236}">
                <a16:creationId xmlns:a16="http://schemas.microsoft.com/office/drawing/2014/main" id="{A4FECD65-E121-AE17-B800-0288446D6D4F}"/>
              </a:ext>
            </a:extLst>
          </p:cNvPr>
          <p:cNvPicPr>
            <a:picLocks noChangeAspect="1"/>
          </p:cNvPicPr>
          <p:nvPr/>
        </p:nvPicPr>
        <p:blipFill>
          <a:blip r:embed="rId2"/>
          <a:stretch>
            <a:fillRect/>
          </a:stretch>
        </p:blipFill>
        <p:spPr>
          <a:xfrm>
            <a:off x="-14685" y="4162048"/>
            <a:ext cx="4169744" cy="2695951"/>
          </a:xfrm>
          <a:prstGeom prst="rect">
            <a:avLst/>
          </a:prstGeom>
        </p:spPr>
      </p:pic>
    </p:spTree>
    <p:extLst>
      <p:ext uri="{BB962C8B-B14F-4D97-AF65-F5344CB8AC3E}">
        <p14:creationId xmlns:p14="http://schemas.microsoft.com/office/powerpoint/2010/main" val="1028391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6764F-DB11-DEF8-A868-54FF65929C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BD509-2909-1086-0268-3DD1BAB33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0" name="Rectangle 9">
            <a:extLst>
              <a:ext uri="{FF2B5EF4-FFF2-40B4-BE49-F238E27FC236}">
                <a16:creationId xmlns:a16="http://schemas.microsoft.com/office/drawing/2014/main" id="{6A84E7B4-E795-384B-2703-E59A72DED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55058" cy="6858000"/>
          </a:xfrm>
          <a:prstGeom prst="rect">
            <a:avLst/>
          </a:prstGeom>
          <a:solidFill>
            <a:schemeClr val="accent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9607709-FD9C-647A-3197-62404AD6AEFA}"/>
              </a:ext>
            </a:extLst>
          </p:cNvPr>
          <p:cNvSpPr>
            <a:spLocks noGrp="1"/>
          </p:cNvSpPr>
          <p:nvPr>
            <p:ph type="title"/>
          </p:nvPr>
        </p:nvSpPr>
        <p:spPr>
          <a:xfrm>
            <a:off x="441009" y="873457"/>
            <a:ext cx="3273042" cy="3288591"/>
          </a:xfrm>
        </p:spPr>
        <p:txBody>
          <a:bodyPr>
            <a:normAutofit/>
          </a:bodyPr>
          <a:lstStyle/>
          <a:p>
            <a:r>
              <a:rPr lang="en-US" sz="2800" dirty="0">
                <a:solidFill>
                  <a:srgbClr val="FFFFFF"/>
                </a:solidFill>
              </a:rPr>
              <a:t>3-Tier / Database &amp; Application Architecture</a:t>
            </a:r>
          </a:p>
        </p:txBody>
      </p:sp>
      <p:sp>
        <p:nvSpPr>
          <p:cNvPr id="3" name="Content Placeholder 2">
            <a:extLst>
              <a:ext uri="{FF2B5EF4-FFF2-40B4-BE49-F238E27FC236}">
                <a16:creationId xmlns:a16="http://schemas.microsoft.com/office/drawing/2014/main" id="{4A85FF4C-0315-2CED-9295-2E228B441E0B}"/>
              </a:ext>
            </a:extLst>
          </p:cNvPr>
          <p:cNvSpPr>
            <a:spLocks noGrp="1"/>
          </p:cNvSpPr>
          <p:nvPr>
            <p:ph idx="1"/>
          </p:nvPr>
        </p:nvSpPr>
        <p:spPr>
          <a:xfrm>
            <a:off x="4272455" y="252247"/>
            <a:ext cx="7662042" cy="6448098"/>
          </a:xfrm>
        </p:spPr>
        <p:txBody>
          <a:bodyPr anchor="ctr">
            <a:normAutofit/>
          </a:bodyPr>
          <a:lstStyle/>
          <a:p>
            <a:pPr>
              <a:spcBef>
                <a:spcPts val="0"/>
              </a:spcBef>
            </a:pPr>
            <a:r>
              <a:rPr lang="en-US" sz="2800" b="1" dirty="0">
                <a:solidFill>
                  <a:schemeClr val="tx1"/>
                </a:solidFill>
              </a:rPr>
              <a:t>Advantages:</a:t>
            </a:r>
          </a:p>
          <a:p>
            <a:pPr lvl="1">
              <a:spcBef>
                <a:spcPts val="0"/>
              </a:spcBef>
              <a:buFont typeface="Arial" panose="020B0604020202020204" pitchFamily="34" charset="0"/>
              <a:buChar char="•"/>
            </a:pPr>
            <a:r>
              <a:rPr lang="en-US" sz="2400" b="1" dirty="0">
                <a:solidFill>
                  <a:schemeClr val="tx1"/>
                </a:solidFill>
              </a:rPr>
              <a:t>Better Performance</a:t>
            </a:r>
            <a:r>
              <a:rPr lang="en-US" sz="2400" dirty="0">
                <a:solidFill>
                  <a:schemeClr val="tx1"/>
                </a:solidFill>
              </a:rPr>
              <a:t>: The application server handles processing, reducing the load on the database.</a:t>
            </a:r>
          </a:p>
          <a:p>
            <a:pPr lvl="1">
              <a:spcBef>
                <a:spcPts val="0"/>
              </a:spcBef>
              <a:buFont typeface="Arial" panose="020B0604020202020204" pitchFamily="34" charset="0"/>
              <a:buChar char="•"/>
            </a:pPr>
            <a:endParaRPr lang="en-US" sz="2400" dirty="0">
              <a:solidFill>
                <a:schemeClr val="tx1"/>
              </a:solidFill>
            </a:endParaRPr>
          </a:p>
          <a:p>
            <a:pPr lvl="1">
              <a:spcBef>
                <a:spcPts val="0"/>
              </a:spcBef>
              <a:buFont typeface="Arial" panose="020B0604020202020204" pitchFamily="34" charset="0"/>
              <a:buChar char="•"/>
            </a:pPr>
            <a:r>
              <a:rPr lang="en-US" sz="2400" b="1" dirty="0">
                <a:solidFill>
                  <a:schemeClr val="tx1"/>
                </a:solidFill>
              </a:rPr>
              <a:t>Scalability</a:t>
            </a:r>
            <a:r>
              <a:rPr lang="en-US" sz="2400" dirty="0">
                <a:solidFill>
                  <a:schemeClr val="tx1"/>
                </a:solidFill>
              </a:rPr>
              <a:t>: Additional application servers can be added to handle more users.</a:t>
            </a:r>
          </a:p>
          <a:p>
            <a:pPr lvl="1">
              <a:spcBef>
                <a:spcPts val="0"/>
              </a:spcBef>
              <a:buFont typeface="Arial" panose="020B0604020202020204" pitchFamily="34" charset="0"/>
              <a:buChar char="•"/>
            </a:pPr>
            <a:endParaRPr lang="en-US" sz="2400" dirty="0">
              <a:solidFill>
                <a:schemeClr val="tx1"/>
              </a:solidFill>
            </a:endParaRPr>
          </a:p>
          <a:p>
            <a:pPr lvl="1">
              <a:spcBef>
                <a:spcPts val="0"/>
              </a:spcBef>
              <a:buFont typeface="Arial" panose="020B0604020202020204" pitchFamily="34" charset="0"/>
              <a:buChar char="•"/>
            </a:pPr>
            <a:r>
              <a:rPr lang="en-US" sz="2400" b="1" dirty="0">
                <a:solidFill>
                  <a:schemeClr val="tx1"/>
                </a:solidFill>
              </a:rPr>
              <a:t>Improved Security</a:t>
            </a:r>
            <a:r>
              <a:rPr lang="en-US" sz="2400" dirty="0">
                <a:solidFill>
                  <a:schemeClr val="tx1"/>
                </a:solidFill>
              </a:rPr>
              <a:t>: Users do not directly access the database; the application layer serves as a buffer.</a:t>
            </a:r>
          </a:p>
          <a:p>
            <a:pPr>
              <a:spcBef>
                <a:spcPts val="0"/>
              </a:spcBef>
            </a:pPr>
            <a:endParaRPr lang="en-US" sz="2400" b="1" dirty="0">
              <a:solidFill>
                <a:schemeClr val="tx1"/>
              </a:solidFill>
            </a:endParaRPr>
          </a:p>
          <a:p>
            <a:pPr>
              <a:spcBef>
                <a:spcPts val="0"/>
              </a:spcBef>
            </a:pPr>
            <a:r>
              <a:rPr lang="en-US" sz="2400" b="1" dirty="0">
                <a:solidFill>
                  <a:schemeClr val="tx1"/>
                </a:solidFill>
              </a:rPr>
              <a:t>Disadvantages:</a:t>
            </a:r>
          </a:p>
          <a:p>
            <a:pPr lvl="1">
              <a:spcBef>
                <a:spcPts val="0"/>
              </a:spcBef>
              <a:buFont typeface="Arial" panose="020B0604020202020204" pitchFamily="34" charset="0"/>
              <a:buChar char="•"/>
            </a:pPr>
            <a:r>
              <a:rPr lang="en-US" sz="2400" dirty="0">
                <a:solidFill>
                  <a:schemeClr val="tx1"/>
                </a:solidFill>
              </a:rPr>
              <a:t>Increased system complexity.</a:t>
            </a:r>
          </a:p>
          <a:p>
            <a:pPr lvl="1">
              <a:spcBef>
                <a:spcPts val="0"/>
              </a:spcBef>
              <a:buFont typeface="Arial" panose="020B0604020202020204" pitchFamily="34" charset="0"/>
              <a:buChar char="•"/>
            </a:pPr>
            <a:r>
              <a:rPr lang="en-US" sz="2400" dirty="0">
                <a:solidFill>
                  <a:schemeClr val="tx1"/>
                </a:solidFill>
              </a:rPr>
              <a:t>Higher infrastructure and maintenance costs.</a:t>
            </a:r>
          </a:p>
          <a:p>
            <a:pPr lvl="1">
              <a:spcBef>
                <a:spcPts val="0"/>
              </a:spcBef>
              <a:buFont typeface="Arial" panose="020B0604020202020204" pitchFamily="34" charset="0"/>
              <a:buChar char="•"/>
            </a:pPr>
            <a:r>
              <a:rPr lang="en-US" sz="2400" dirty="0">
                <a:solidFill>
                  <a:schemeClr val="tx1"/>
                </a:solidFill>
              </a:rPr>
              <a:t>Requires proper network and server management​.</a:t>
            </a:r>
          </a:p>
        </p:txBody>
      </p:sp>
      <p:pic>
        <p:nvPicPr>
          <p:cNvPr id="9" name="Picture 8">
            <a:extLst>
              <a:ext uri="{FF2B5EF4-FFF2-40B4-BE49-F238E27FC236}">
                <a16:creationId xmlns:a16="http://schemas.microsoft.com/office/drawing/2014/main" id="{9462CB74-E498-5568-0919-D5FD483E02F4}"/>
              </a:ext>
            </a:extLst>
          </p:cNvPr>
          <p:cNvPicPr>
            <a:picLocks noChangeAspect="1"/>
          </p:cNvPicPr>
          <p:nvPr/>
        </p:nvPicPr>
        <p:blipFill>
          <a:blip r:embed="rId2"/>
          <a:stretch>
            <a:fillRect/>
          </a:stretch>
        </p:blipFill>
        <p:spPr>
          <a:xfrm>
            <a:off x="-14685" y="4162048"/>
            <a:ext cx="4169744" cy="2695951"/>
          </a:xfrm>
          <a:prstGeom prst="rect">
            <a:avLst/>
          </a:prstGeom>
        </p:spPr>
      </p:pic>
    </p:spTree>
    <p:extLst>
      <p:ext uri="{BB962C8B-B14F-4D97-AF65-F5344CB8AC3E}">
        <p14:creationId xmlns:p14="http://schemas.microsoft.com/office/powerpoint/2010/main" val="845134839"/>
      </p:ext>
    </p:extLst>
  </p:cSld>
  <p:clrMapOvr>
    <a:masterClrMapping/>
  </p:clrMapOvr>
</p:sld>
</file>

<file path=ppt/theme/theme1.xml><?xml version="1.0" encoding="utf-8"?>
<a:theme xmlns:a="http://schemas.openxmlformats.org/drawingml/2006/main" name="Basis">
  <a:themeElements>
    <a:clrScheme name="Custom 6">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7C891D"/>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Basis</Template>
  <TotalTime>3501</TotalTime>
  <Words>1871</Words>
  <Application>Microsoft Office PowerPoint</Application>
  <PresentationFormat>Widescreen</PresentationFormat>
  <Paragraphs>194</Paragraphs>
  <Slides>24</Slides>
  <Notes>10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Corbel</vt:lpstr>
      <vt:lpstr>Wingdings</vt:lpstr>
      <vt:lpstr>Basis</vt:lpstr>
      <vt:lpstr>Database systems</vt:lpstr>
      <vt:lpstr>Components of Database Systems</vt:lpstr>
      <vt:lpstr>Major Components of Database Systems</vt:lpstr>
      <vt:lpstr>Major Components of Database Systems</vt:lpstr>
      <vt:lpstr>Major Components of Database Systems</vt:lpstr>
      <vt:lpstr>What is Database Architecture?</vt:lpstr>
      <vt:lpstr>Three-Level Architecture</vt:lpstr>
      <vt:lpstr>Analogy</vt:lpstr>
      <vt:lpstr>Three-Level Architecture</vt:lpstr>
      <vt:lpstr>Purpose of Three-Level Architecture</vt:lpstr>
      <vt:lpstr>Levels of the Architecture</vt:lpstr>
      <vt:lpstr>Levels of the Architecture</vt:lpstr>
      <vt:lpstr>Levels of the Architecture</vt:lpstr>
      <vt:lpstr>Diagram: ANSI-SPARC Architecture</vt:lpstr>
      <vt:lpstr>Example in Real Systems</vt:lpstr>
      <vt:lpstr>Differences between Three Levels of ANSI-SPARC Architecture</vt:lpstr>
      <vt:lpstr>Data Independence and the ANSI-SPARC Three-Level Architecture</vt:lpstr>
      <vt:lpstr>Data Independence and the ANSI-SPARC Three-Level Architecture</vt:lpstr>
      <vt:lpstr>Data Independence and the ANSI-SPARC Three-Level Architecture</vt:lpstr>
      <vt:lpstr>Single-Tier, Two-Tier, and Three-Tier Architectures of Database Systems</vt:lpstr>
      <vt:lpstr>3-Tier / Database &amp; Application Architecture</vt:lpstr>
      <vt:lpstr>3-Tier / Database &amp; Application Architecture</vt:lpstr>
      <vt:lpstr>3-Tier / Database &amp; Application Architecture</vt:lpstr>
      <vt:lpstr>3-Tier / Database &amp; Application Architecture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Younis</cp:lastModifiedBy>
  <cp:revision>17</cp:revision>
  <dcterms:created xsi:type="dcterms:W3CDTF">2013-01-27T09:14:16Z</dcterms:created>
  <dcterms:modified xsi:type="dcterms:W3CDTF">2026-03-01T20:40:22Z</dcterms:modified>
  <cp:category/>
</cp:coreProperties>
</file>